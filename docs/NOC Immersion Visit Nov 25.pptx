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theme/theme8.xml" ContentType="application/vnd.openxmlformats-officedocument.theme+xml"/>
  <Override PartName="/ppt/slideLayouts/slideLayout62.xml" ContentType="application/vnd.openxmlformats-officedocument.presentationml.slideLayout+xml"/>
  <Override PartName="/ppt/theme/theme9.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6"/>
    <p:sldMasterId id="2147483677" r:id="rId7"/>
    <p:sldMasterId id="2147483676" r:id="rId8"/>
    <p:sldMasterId id="2147483679" r:id="rId9"/>
    <p:sldMasterId id="2147483773" r:id="rId10"/>
    <p:sldMasterId id="2147483787" r:id="rId11"/>
    <p:sldMasterId id="2147483781" r:id="rId12"/>
    <p:sldMasterId id="2147483790" r:id="rId13"/>
    <p:sldMasterId id="2147483794" r:id="rId14"/>
    <p:sldMasterId id="2147483821" r:id="rId15"/>
  </p:sldMasterIdLst>
  <p:notesMasterIdLst>
    <p:notesMasterId r:id="rId29"/>
  </p:notesMasterIdLst>
  <p:handoutMasterIdLst>
    <p:handoutMasterId r:id="rId30"/>
  </p:handoutMasterIdLst>
  <p:sldIdLst>
    <p:sldId id="391" r:id="rId16"/>
    <p:sldId id="2147472322" r:id="rId17"/>
    <p:sldId id="414" r:id="rId18"/>
    <p:sldId id="410" r:id="rId19"/>
    <p:sldId id="2147472324" r:id="rId20"/>
    <p:sldId id="2147472323" r:id="rId21"/>
    <p:sldId id="2147472325" r:id="rId22"/>
    <p:sldId id="2147472317" r:id="rId23"/>
    <p:sldId id="2147472321" r:id="rId24"/>
    <p:sldId id="2147472319" r:id="rId25"/>
    <p:sldId id="392" r:id="rId26"/>
    <p:sldId id="2147472320" r:id="rId27"/>
    <p:sldId id="394" r:id="rId28"/>
  </p:sldIdLst>
  <p:sldSz cx="11520488" cy="6480175"/>
  <p:notesSz cx="6858000" cy="9144000"/>
  <p:embeddedFontLst>
    <p:embeddedFont>
      <p:font typeface="Olympic Headline" panose="020B0604020202020204" charset="0"/>
      <p:bold r:id="rId31"/>
      <p:italic r:id="rId32"/>
      <p:boldItalic r:id="rId33"/>
    </p:embeddedFont>
    <p:embeddedFont>
      <p:font typeface="Olympic Sans" panose="020B0604020202020204" charset="0"/>
      <p:regular r:id="rId34"/>
      <p:bold r:id="rId35"/>
      <p:italic r:id="rId36"/>
      <p:boldItalic r:id="rId37"/>
    </p:embeddedFont>
  </p:embeddedFontLst>
  <p:defaultText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EBFF"/>
    <a:srgbClr val="6BDB83"/>
    <a:srgbClr val="F0282D"/>
    <a:srgbClr val="000000"/>
    <a:srgbClr val="FFB114"/>
    <a:srgbClr val="FFCE19"/>
    <a:srgbClr val="E67324"/>
    <a:srgbClr val="FA841E"/>
    <a:srgbClr val="FFCF19"/>
    <a:srgbClr val="00B4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8.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viewProps" Target="viewProps.xml"/><Relationship Id="rId21" Type="http://schemas.openxmlformats.org/officeDocument/2006/relationships/slide" Target="slides/slide6.xml"/><Relationship Id="rId34" Type="http://schemas.openxmlformats.org/officeDocument/2006/relationships/font" Target="fonts/font4.fntdata"/><Relationship Id="rId42" Type="http://schemas.microsoft.com/office/2016/11/relationships/changesInfo" Target="changesInfos/changesInfo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Master" Target="slideMasters/slideMaster6.xml"/><Relationship Id="rId24" Type="http://schemas.openxmlformats.org/officeDocument/2006/relationships/slide" Target="slides/slide9.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Master" Target="slideMasters/slideMaster10.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6.fntdata"/><Relationship Id="rId10" Type="http://schemas.openxmlformats.org/officeDocument/2006/relationships/slideMaster" Target="slideMasters/slideMaster5.xml"/><Relationship Id="rId19" Type="http://schemas.openxmlformats.org/officeDocument/2006/relationships/slide" Target="slides/slide4.xml"/><Relationship Id="rId31" Type="http://schemas.openxmlformats.org/officeDocument/2006/relationships/font" Target="fonts/font1.fntdata"/><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Master" Target="slideMasters/slideMaster9.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handoutMaster" Target="handoutMasters/handoutMaster1.xml"/><Relationship Id="rId35" Type="http://schemas.openxmlformats.org/officeDocument/2006/relationships/font" Target="fonts/font5.fntdata"/><Relationship Id="rId8" Type="http://schemas.openxmlformats.org/officeDocument/2006/relationships/slideMaster" Target="slideMasters/slideMaster3.xml"/><Relationship Id="rId3" Type="http://schemas.openxmlformats.org/officeDocument/2006/relationships/customXml" Target="../customXml/item3.xml"/><Relationship Id="rId12" Type="http://schemas.openxmlformats.org/officeDocument/2006/relationships/slideMaster" Target="slideMasters/slideMaster7.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3.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MORRIS" userId="S::emma.morris@olympic.org::9e240be6-d200-4a46-afd3-e009b0161c9f" providerId="AD" clId="Web-{D2DCC274-A35A-7449-FC07-5C8BF7F0D9A3}"/>
    <pc:docChg chg="modSld">
      <pc:chgData name="Emma MORRIS" userId="S::emma.morris@olympic.org::9e240be6-d200-4a46-afd3-e009b0161c9f" providerId="AD" clId="Web-{D2DCC274-A35A-7449-FC07-5C8BF7F0D9A3}" dt="2025-11-19T15:36:00.384" v="2" actId="20577"/>
      <pc:docMkLst>
        <pc:docMk/>
      </pc:docMkLst>
      <pc:sldChg chg="modSp">
        <pc:chgData name="Emma MORRIS" userId="S::emma.morris@olympic.org::9e240be6-d200-4a46-afd3-e009b0161c9f" providerId="AD" clId="Web-{D2DCC274-A35A-7449-FC07-5C8BF7F0D9A3}" dt="2025-11-19T15:36:00.384" v="2" actId="20577"/>
        <pc:sldMkLst>
          <pc:docMk/>
          <pc:sldMk cId="2048328962" sldId="2147472323"/>
        </pc:sldMkLst>
        <pc:spChg chg="mod">
          <ac:chgData name="Emma MORRIS" userId="S::emma.morris@olympic.org::9e240be6-d200-4a46-afd3-e009b0161c9f" providerId="AD" clId="Web-{D2DCC274-A35A-7449-FC07-5C8BF7F0D9A3}" dt="2025-11-19T15:36:00.384" v="2" actId="20577"/>
          <ac:spMkLst>
            <pc:docMk/>
            <pc:sldMk cId="2048328962" sldId="2147472323"/>
            <ac:spMk id="3" creationId="{FAEFAF82-62A8-6FE8-47C5-AF69E973BE81}"/>
          </ac:spMkLst>
        </pc:spChg>
      </pc:sldChg>
    </pc:docChg>
  </pc:docChgLst>
  <pc:docChgLst>
    <pc:chgData name="Lucia MONTANARELLA" userId="674731da-6db4-420a-9e4f-494963048742" providerId="ADAL" clId="{524E3745-F468-48FD-954F-DE8D34480EDA}"/>
    <pc:docChg chg="undo custSel delSld modSld">
      <pc:chgData name="Lucia MONTANARELLA" userId="674731da-6db4-420a-9e4f-494963048742" providerId="ADAL" clId="{524E3745-F468-48FD-954F-DE8D34480EDA}" dt="2025-12-03T13:15:14.358" v="713"/>
      <pc:docMkLst>
        <pc:docMk/>
      </pc:docMkLst>
      <pc:sldChg chg="addSp delSp modSp mod">
        <pc:chgData name="Lucia MONTANARELLA" userId="674731da-6db4-420a-9e4f-494963048742" providerId="ADAL" clId="{524E3745-F468-48FD-954F-DE8D34480EDA}" dt="2025-12-03T12:37:01.893" v="32" actId="478"/>
        <pc:sldMkLst>
          <pc:docMk/>
          <pc:sldMk cId="834927558" sldId="391"/>
        </pc:sldMkLst>
        <pc:spChg chg="mod">
          <ac:chgData name="Lucia MONTANARELLA" userId="674731da-6db4-420a-9e4f-494963048742" providerId="ADAL" clId="{524E3745-F468-48FD-954F-DE8D34480EDA}" dt="2025-12-03T12:36:15.408" v="22" actId="20577"/>
          <ac:spMkLst>
            <pc:docMk/>
            <pc:sldMk cId="834927558" sldId="391"/>
            <ac:spMk id="2" creationId="{211E9F26-8F64-5540-B82F-A68572089F00}"/>
          </ac:spMkLst>
        </pc:spChg>
        <pc:spChg chg="mod">
          <ac:chgData name="Lucia MONTANARELLA" userId="674731da-6db4-420a-9e4f-494963048742" providerId="ADAL" clId="{524E3745-F468-48FD-954F-DE8D34480EDA}" dt="2025-12-03T12:36:06.728" v="17" actId="20577"/>
          <ac:spMkLst>
            <pc:docMk/>
            <pc:sldMk cId="834927558" sldId="391"/>
            <ac:spMk id="4" creationId="{03DF7F86-A97B-B446-B35C-B146D62424B5}"/>
          </ac:spMkLst>
        </pc:spChg>
      </pc:sldChg>
      <pc:sldChg chg="modSp mod">
        <pc:chgData name="Lucia MONTANARELLA" userId="674731da-6db4-420a-9e4f-494963048742" providerId="ADAL" clId="{524E3745-F468-48FD-954F-DE8D34480EDA}" dt="2025-12-03T13:07:36.933" v="602" actId="14100"/>
        <pc:sldMkLst>
          <pc:docMk/>
          <pc:sldMk cId="1508880815" sldId="392"/>
        </pc:sldMkLst>
        <pc:spChg chg="mod">
          <ac:chgData name="Lucia MONTANARELLA" userId="674731da-6db4-420a-9e4f-494963048742" providerId="ADAL" clId="{524E3745-F468-48FD-954F-DE8D34480EDA}" dt="2025-12-03T13:07:36.933" v="602" actId="14100"/>
          <ac:spMkLst>
            <pc:docMk/>
            <pc:sldMk cId="1508880815" sldId="392"/>
            <ac:spMk id="3" creationId="{58FDC883-246D-804E-A246-80BDA7F26EC3}"/>
          </ac:spMkLst>
        </pc:spChg>
        <pc:picChg chg="mod">
          <ac:chgData name="Lucia MONTANARELLA" userId="674731da-6db4-420a-9e4f-494963048742" providerId="ADAL" clId="{524E3745-F468-48FD-954F-DE8D34480EDA}" dt="2025-12-03T13:07:11.668" v="597" actId="1076"/>
          <ac:picMkLst>
            <pc:docMk/>
            <pc:sldMk cId="1508880815" sldId="392"/>
            <ac:picMk id="4" creationId="{E369B80C-6B0C-F1C9-B2C7-A55963058A04}"/>
          </ac:picMkLst>
        </pc:picChg>
      </pc:sldChg>
      <pc:sldChg chg="modSp mod">
        <pc:chgData name="Lucia MONTANARELLA" userId="674731da-6db4-420a-9e4f-494963048742" providerId="ADAL" clId="{524E3745-F468-48FD-954F-DE8D34480EDA}" dt="2025-12-03T13:14:02.226" v="710" actId="20577"/>
        <pc:sldMkLst>
          <pc:docMk/>
          <pc:sldMk cId="2862966106" sldId="394"/>
        </pc:sldMkLst>
        <pc:spChg chg="mod">
          <ac:chgData name="Lucia MONTANARELLA" userId="674731da-6db4-420a-9e4f-494963048742" providerId="ADAL" clId="{524E3745-F468-48FD-954F-DE8D34480EDA}" dt="2025-12-03T13:14:02.226" v="710" actId="20577"/>
          <ac:spMkLst>
            <pc:docMk/>
            <pc:sldMk cId="2862966106" sldId="394"/>
            <ac:spMk id="2" creationId="{DE516B2F-2A91-0C4C-BD53-0C0E40AB8C44}"/>
          </ac:spMkLst>
        </pc:spChg>
      </pc:sldChg>
      <pc:sldChg chg="modSp mod">
        <pc:chgData name="Lucia MONTANARELLA" userId="674731da-6db4-420a-9e4f-494963048742" providerId="ADAL" clId="{524E3745-F468-48FD-954F-DE8D34480EDA}" dt="2025-12-03T12:49:40.969" v="339" actId="14100"/>
        <pc:sldMkLst>
          <pc:docMk/>
          <pc:sldMk cId="1150718548" sldId="410"/>
        </pc:sldMkLst>
        <pc:graphicFrameChg chg="mod modGraphic">
          <ac:chgData name="Lucia MONTANARELLA" userId="674731da-6db4-420a-9e4f-494963048742" providerId="ADAL" clId="{524E3745-F468-48FD-954F-DE8D34480EDA}" dt="2025-12-03T12:49:40.969" v="339" actId="14100"/>
          <ac:graphicFrameMkLst>
            <pc:docMk/>
            <pc:sldMk cId="1150718548" sldId="410"/>
            <ac:graphicFrameMk id="5" creationId="{1E95E3DD-76E5-E40D-09A6-5E135903CFA7}"/>
          </ac:graphicFrameMkLst>
        </pc:graphicFrameChg>
      </pc:sldChg>
      <pc:sldChg chg="modSp mod">
        <pc:chgData name="Lucia MONTANARELLA" userId="674731da-6db4-420a-9e4f-494963048742" providerId="ADAL" clId="{524E3745-F468-48FD-954F-DE8D34480EDA}" dt="2025-12-03T13:15:14.358" v="713"/>
        <pc:sldMkLst>
          <pc:docMk/>
          <pc:sldMk cId="2135161469" sldId="414"/>
        </pc:sldMkLst>
        <pc:graphicFrameChg chg="mod modGraphic">
          <ac:chgData name="Lucia MONTANARELLA" userId="674731da-6db4-420a-9e4f-494963048742" providerId="ADAL" clId="{524E3745-F468-48FD-954F-DE8D34480EDA}" dt="2025-12-03T13:15:14.358" v="713"/>
          <ac:graphicFrameMkLst>
            <pc:docMk/>
            <pc:sldMk cId="2135161469" sldId="414"/>
            <ac:graphicFrameMk id="5" creationId="{BEABF2D1-F40D-6059-D94E-1B604CE11124}"/>
          </ac:graphicFrameMkLst>
        </pc:graphicFrameChg>
      </pc:sldChg>
      <pc:sldChg chg="modSp mod">
        <pc:chgData name="Lucia MONTANARELLA" userId="674731da-6db4-420a-9e4f-494963048742" providerId="ADAL" clId="{524E3745-F468-48FD-954F-DE8D34480EDA}" dt="2025-12-03T13:05:59.274" v="584" actId="20577"/>
        <pc:sldMkLst>
          <pc:docMk/>
          <pc:sldMk cId="2419263670" sldId="2147472317"/>
        </pc:sldMkLst>
        <pc:spChg chg="mod">
          <ac:chgData name="Lucia MONTANARELLA" userId="674731da-6db4-420a-9e4f-494963048742" providerId="ADAL" clId="{524E3745-F468-48FD-954F-DE8D34480EDA}" dt="2025-12-03T13:02:52.965" v="547" actId="207"/>
          <ac:spMkLst>
            <pc:docMk/>
            <pc:sldMk cId="2419263670" sldId="2147472317"/>
            <ac:spMk id="2" creationId="{73338E58-049D-2987-85EA-B636990B46F9}"/>
          </ac:spMkLst>
        </pc:spChg>
        <pc:spChg chg="mod">
          <ac:chgData name="Lucia MONTANARELLA" userId="674731da-6db4-420a-9e4f-494963048742" providerId="ADAL" clId="{524E3745-F468-48FD-954F-DE8D34480EDA}" dt="2025-12-03T13:05:59.274" v="584" actId="20577"/>
          <ac:spMkLst>
            <pc:docMk/>
            <pc:sldMk cId="2419263670" sldId="2147472317"/>
            <ac:spMk id="3" creationId="{15198BA7-FF76-30FB-5EFD-193915374F4B}"/>
          </ac:spMkLst>
        </pc:spChg>
      </pc:sldChg>
      <pc:sldChg chg="modSp mod">
        <pc:chgData name="Lucia MONTANARELLA" userId="674731da-6db4-420a-9e4f-494963048742" providerId="ADAL" clId="{524E3745-F468-48FD-954F-DE8D34480EDA}" dt="2025-12-03T13:06:31.618" v="595" actId="20577"/>
        <pc:sldMkLst>
          <pc:docMk/>
          <pc:sldMk cId="3475277180" sldId="2147472319"/>
        </pc:sldMkLst>
        <pc:spChg chg="mod">
          <ac:chgData name="Lucia MONTANARELLA" userId="674731da-6db4-420a-9e4f-494963048742" providerId="ADAL" clId="{524E3745-F468-48FD-954F-DE8D34480EDA}" dt="2025-12-03T13:06:31.618" v="595" actId="20577"/>
          <ac:spMkLst>
            <pc:docMk/>
            <pc:sldMk cId="3475277180" sldId="2147472319"/>
            <ac:spMk id="2" creationId="{1AF43450-F23B-2049-8B96-FE7DB1F110A5}"/>
          </ac:spMkLst>
        </pc:spChg>
      </pc:sldChg>
      <pc:sldChg chg="modSp mod">
        <pc:chgData name="Lucia MONTANARELLA" userId="674731da-6db4-420a-9e4f-494963048742" providerId="ADAL" clId="{524E3745-F468-48FD-954F-DE8D34480EDA}" dt="2025-12-03T13:13:46.406" v="707" actId="14100"/>
        <pc:sldMkLst>
          <pc:docMk/>
          <pc:sldMk cId="1663915329" sldId="2147472320"/>
        </pc:sldMkLst>
        <pc:spChg chg="mod">
          <ac:chgData name="Lucia MONTANARELLA" userId="674731da-6db4-420a-9e4f-494963048742" providerId="ADAL" clId="{524E3745-F468-48FD-954F-DE8D34480EDA}" dt="2025-12-03T13:13:46.406" v="707" actId="14100"/>
          <ac:spMkLst>
            <pc:docMk/>
            <pc:sldMk cId="1663915329" sldId="2147472320"/>
            <ac:spMk id="3" creationId="{374956A0-B2DB-41B7-51D8-4219991BB446}"/>
          </ac:spMkLst>
        </pc:spChg>
      </pc:sldChg>
      <pc:sldChg chg="modSp mod">
        <pc:chgData name="Lucia MONTANARELLA" userId="674731da-6db4-420a-9e4f-494963048742" providerId="ADAL" clId="{524E3745-F468-48FD-954F-DE8D34480EDA}" dt="2025-12-03T13:13:15.470" v="706" actId="113"/>
        <pc:sldMkLst>
          <pc:docMk/>
          <pc:sldMk cId="2011354788" sldId="2147472321"/>
        </pc:sldMkLst>
        <pc:spChg chg="mod">
          <ac:chgData name="Lucia MONTANARELLA" userId="674731da-6db4-420a-9e4f-494963048742" providerId="ADAL" clId="{524E3745-F468-48FD-954F-DE8D34480EDA}" dt="2025-12-03T13:10:21.922" v="668" actId="207"/>
          <ac:spMkLst>
            <pc:docMk/>
            <pc:sldMk cId="2011354788" sldId="2147472321"/>
            <ac:spMk id="2" creationId="{CD77825A-0011-1A03-A96E-4699269B6525}"/>
          </ac:spMkLst>
        </pc:spChg>
        <pc:spChg chg="mod">
          <ac:chgData name="Lucia MONTANARELLA" userId="674731da-6db4-420a-9e4f-494963048742" providerId="ADAL" clId="{524E3745-F468-48FD-954F-DE8D34480EDA}" dt="2025-12-03T13:13:15.470" v="706" actId="113"/>
          <ac:spMkLst>
            <pc:docMk/>
            <pc:sldMk cId="2011354788" sldId="2147472321"/>
            <ac:spMk id="3" creationId="{50984394-B2E2-9B75-DBCB-72DB0181B374}"/>
          </ac:spMkLst>
        </pc:spChg>
      </pc:sldChg>
      <pc:sldChg chg="modSp mod">
        <pc:chgData name="Lucia MONTANARELLA" userId="674731da-6db4-420a-9e4f-494963048742" providerId="ADAL" clId="{524E3745-F468-48FD-954F-DE8D34480EDA}" dt="2025-12-03T13:14:15.957" v="711" actId="14100"/>
        <pc:sldMkLst>
          <pc:docMk/>
          <pc:sldMk cId="913941628" sldId="2147472322"/>
        </pc:sldMkLst>
        <pc:spChg chg="mod">
          <ac:chgData name="Lucia MONTANARELLA" userId="674731da-6db4-420a-9e4f-494963048742" providerId="ADAL" clId="{524E3745-F468-48FD-954F-DE8D34480EDA}" dt="2025-12-03T13:14:15.957" v="711" actId="14100"/>
          <ac:spMkLst>
            <pc:docMk/>
            <pc:sldMk cId="913941628" sldId="2147472322"/>
            <ac:spMk id="5" creationId="{9CBBBF0E-158C-C89B-4E7F-A916E1F298CE}"/>
          </ac:spMkLst>
        </pc:spChg>
      </pc:sldChg>
      <pc:sldChg chg="modSp mod">
        <pc:chgData name="Lucia MONTANARELLA" userId="674731da-6db4-420a-9e4f-494963048742" providerId="ADAL" clId="{524E3745-F468-48FD-954F-DE8D34480EDA}" dt="2025-12-03T13:05:26.439" v="562" actId="2085"/>
        <pc:sldMkLst>
          <pc:docMk/>
          <pc:sldMk cId="2048328962" sldId="2147472323"/>
        </pc:sldMkLst>
        <pc:spChg chg="mod">
          <ac:chgData name="Lucia MONTANARELLA" userId="674731da-6db4-420a-9e4f-494963048742" providerId="ADAL" clId="{524E3745-F468-48FD-954F-DE8D34480EDA}" dt="2025-12-03T13:05:26.439" v="562" actId="2085"/>
          <ac:spMkLst>
            <pc:docMk/>
            <pc:sldMk cId="2048328962" sldId="2147472323"/>
            <ac:spMk id="3" creationId="{FAEFAF82-62A8-6FE8-47C5-AF69E973BE81}"/>
          </ac:spMkLst>
        </pc:spChg>
      </pc:sldChg>
      <pc:sldChg chg="modSp mod">
        <pc:chgData name="Lucia MONTANARELLA" userId="674731da-6db4-420a-9e4f-494963048742" providerId="ADAL" clId="{524E3745-F468-48FD-954F-DE8D34480EDA}" dt="2025-12-03T13:04:42.909" v="554" actId="20577"/>
        <pc:sldMkLst>
          <pc:docMk/>
          <pc:sldMk cId="1908822055" sldId="2147472324"/>
        </pc:sldMkLst>
        <pc:graphicFrameChg chg="mod modGraphic">
          <ac:chgData name="Lucia MONTANARELLA" userId="674731da-6db4-420a-9e4f-494963048742" providerId="ADAL" clId="{524E3745-F468-48FD-954F-DE8D34480EDA}" dt="2025-12-03T13:04:42.909" v="554" actId="20577"/>
          <ac:graphicFrameMkLst>
            <pc:docMk/>
            <pc:sldMk cId="1908822055" sldId="2147472324"/>
            <ac:graphicFrameMk id="12" creationId="{F987E38A-9855-B02C-0556-C2B9B56A4C1E}"/>
          </ac:graphicFrameMkLst>
        </pc:graphicFrameChg>
      </pc:sldChg>
      <pc:sldChg chg="modSp mod">
        <pc:chgData name="Lucia MONTANARELLA" userId="674731da-6db4-420a-9e4f-494963048742" providerId="ADAL" clId="{524E3745-F468-48FD-954F-DE8D34480EDA}" dt="2025-12-03T13:02:02.449" v="541" actId="5793"/>
        <pc:sldMkLst>
          <pc:docMk/>
          <pc:sldMk cId="480637060" sldId="2147472325"/>
        </pc:sldMkLst>
        <pc:spChg chg="mod">
          <ac:chgData name="Lucia MONTANARELLA" userId="674731da-6db4-420a-9e4f-494963048742" providerId="ADAL" clId="{524E3745-F468-48FD-954F-DE8D34480EDA}" dt="2025-12-03T13:02:02.449" v="541" actId="5793"/>
          <ac:spMkLst>
            <pc:docMk/>
            <pc:sldMk cId="480637060" sldId="2147472325"/>
            <ac:spMk id="3" creationId="{55F2BA83-0FAD-61A8-BBF5-ED2AF479B1F4}"/>
          </ac:spMkLst>
        </pc:spChg>
      </pc:sldChg>
      <pc:sldMasterChg chg="delSldLayout">
        <pc:chgData name="Lucia MONTANARELLA" userId="674731da-6db4-420a-9e4f-494963048742" providerId="ADAL" clId="{524E3745-F468-48FD-954F-DE8D34480EDA}" dt="2025-12-03T13:09:31.483" v="641" actId="47"/>
        <pc:sldMasterMkLst>
          <pc:docMk/>
          <pc:sldMasterMk cId="2425449208" sldId="2147483821"/>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420561-5BE3-4114-B3A0-F1A0FBFE78C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2351B697-566E-4E2C-B92A-E9DC4A57048A}">
      <dgm:prSet phldrT="[Text]" phldr="0" custT="1"/>
      <dgm:spPr>
        <a:solidFill>
          <a:srgbClr val="00B4EB"/>
        </a:solidFill>
      </dgm:spPr>
      <dgm:t>
        <a:bodyPr/>
        <a:lstStyle/>
        <a:p>
          <a:r>
            <a:rPr lang="en-GB" sz="2400">
              <a:latin typeface="Olympic Headline"/>
            </a:rPr>
            <a:t>NUMBER of athletes</a:t>
          </a:r>
          <a:endParaRPr lang="en-GB" sz="2400"/>
        </a:p>
      </dgm:t>
    </dgm:pt>
    <dgm:pt modelId="{2BE75FC8-5CB9-4715-B75D-0C038D6C74F8}" type="parTrans" cxnId="{1764D6E6-56AE-4653-80F1-F9E73C1D3624}">
      <dgm:prSet/>
      <dgm:spPr/>
      <dgm:t>
        <a:bodyPr/>
        <a:lstStyle/>
        <a:p>
          <a:endParaRPr lang="en-GB"/>
        </a:p>
      </dgm:t>
    </dgm:pt>
    <dgm:pt modelId="{9FDE07A9-59F0-46D6-A5CC-0A38761804BA}" type="sibTrans" cxnId="{1764D6E6-56AE-4653-80F1-F9E73C1D3624}">
      <dgm:prSet/>
      <dgm:spPr/>
      <dgm:t>
        <a:bodyPr/>
        <a:lstStyle/>
        <a:p>
          <a:endParaRPr lang="en-GB"/>
        </a:p>
      </dgm:t>
    </dgm:pt>
    <dgm:pt modelId="{49C2AB09-F55B-4D93-AAFC-2E96E49AFAD8}">
      <dgm:prSet phldrT="[Text]" phldr="0" custT="1"/>
      <dgm:spPr>
        <a:solidFill>
          <a:srgbClr val="E67324"/>
        </a:solidFill>
      </dgm:spPr>
      <dgm:t>
        <a:bodyPr/>
        <a:lstStyle/>
        <a:p>
          <a:r>
            <a:rPr lang="en-GB" sz="2400">
              <a:latin typeface="Olympic Headline"/>
            </a:rPr>
            <a:t>NUMBER of Sports</a:t>
          </a:r>
          <a:endParaRPr lang="en-GB" sz="2400"/>
        </a:p>
      </dgm:t>
    </dgm:pt>
    <dgm:pt modelId="{36A3B256-2B4B-44FA-9024-96A301975EBD}" type="parTrans" cxnId="{B1EA4882-7369-4AC8-A4B4-400AF64D339B}">
      <dgm:prSet/>
      <dgm:spPr/>
      <dgm:t>
        <a:bodyPr/>
        <a:lstStyle/>
        <a:p>
          <a:endParaRPr lang="en-GB"/>
        </a:p>
      </dgm:t>
    </dgm:pt>
    <dgm:pt modelId="{F52C9867-AFA1-409C-B2D3-5380DEE560A9}" type="sibTrans" cxnId="{B1EA4882-7369-4AC8-A4B4-400AF64D339B}">
      <dgm:prSet/>
      <dgm:spPr/>
      <dgm:t>
        <a:bodyPr/>
        <a:lstStyle/>
        <a:p>
          <a:endParaRPr lang="en-GB"/>
        </a:p>
      </dgm:t>
    </dgm:pt>
    <dgm:pt modelId="{1B7ECFF9-8B4D-4549-B90E-B4A00477A638}">
      <dgm:prSet phldrT="[Text]" phldr="0" custT="1"/>
      <dgm:spPr>
        <a:solidFill>
          <a:srgbClr val="7030A0"/>
        </a:solidFill>
      </dgm:spPr>
      <dgm:t>
        <a:bodyPr/>
        <a:lstStyle/>
        <a:p>
          <a:r>
            <a:rPr lang="en-GB" sz="2400">
              <a:latin typeface="Olympic Headline"/>
            </a:rPr>
            <a:t>NUMBER of medals</a:t>
          </a:r>
          <a:endParaRPr lang="en-GB" sz="2400"/>
        </a:p>
      </dgm:t>
    </dgm:pt>
    <dgm:pt modelId="{F4087E47-1487-4C9E-AF04-D14D211AF081}" type="parTrans" cxnId="{D83095B3-EAE4-4325-9E58-2B9327F0F5BA}">
      <dgm:prSet/>
      <dgm:spPr/>
      <dgm:t>
        <a:bodyPr/>
        <a:lstStyle/>
        <a:p>
          <a:endParaRPr lang="en-GB"/>
        </a:p>
      </dgm:t>
    </dgm:pt>
    <dgm:pt modelId="{990BB4FF-2D4C-418A-B3C4-600F303D25D2}" type="sibTrans" cxnId="{D83095B3-EAE4-4325-9E58-2B9327F0F5BA}">
      <dgm:prSet/>
      <dgm:spPr/>
      <dgm:t>
        <a:bodyPr/>
        <a:lstStyle/>
        <a:p>
          <a:endParaRPr lang="en-GB"/>
        </a:p>
      </dgm:t>
    </dgm:pt>
    <dgm:pt modelId="{15E946CB-5851-4E27-AAB9-AB5A59636C3D}">
      <dgm:prSet phldrT="[Text]" phldr="0" custT="1"/>
      <dgm:spPr>
        <a:solidFill>
          <a:srgbClr val="6BDB83"/>
        </a:solidFill>
      </dgm:spPr>
      <dgm:t>
        <a:bodyPr/>
        <a:lstStyle/>
        <a:p>
          <a:r>
            <a:rPr lang="en-GB" sz="2400">
              <a:latin typeface="Olympic Headline"/>
            </a:rPr>
            <a:t>NUMBER of “E” accreditations</a:t>
          </a:r>
          <a:endParaRPr lang="en-GB" sz="2400"/>
        </a:p>
      </dgm:t>
    </dgm:pt>
    <dgm:pt modelId="{E241B936-DC72-4AE8-848D-EF7FB51519A0}" type="parTrans" cxnId="{5E22A72D-3783-41DD-BB51-0AF23B1D3EF8}">
      <dgm:prSet/>
      <dgm:spPr/>
      <dgm:t>
        <a:bodyPr/>
        <a:lstStyle/>
        <a:p>
          <a:endParaRPr lang="en-GB"/>
        </a:p>
      </dgm:t>
    </dgm:pt>
    <dgm:pt modelId="{58C27D32-823E-4FC1-A2C3-1C44A0D562D6}" type="sibTrans" cxnId="{5E22A72D-3783-41DD-BB51-0AF23B1D3EF8}">
      <dgm:prSet/>
      <dgm:spPr/>
      <dgm:t>
        <a:bodyPr/>
        <a:lstStyle/>
        <a:p>
          <a:endParaRPr lang="en-GB"/>
        </a:p>
      </dgm:t>
    </dgm:pt>
    <dgm:pt modelId="{3325EB33-1929-4CF1-B097-6D049687A37A}">
      <dgm:prSet phldr="0" custT="1"/>
      <dgm:spPr>
        <a:solidFill>
          <a:srgbClr val="E67324"/>
        </a:solidFill>
      </dgm:spPr>
      <dgm:t>
        <a:bodyPr/>
        <a:lstStyle/>
        <a:p>
          <a:pPr algn="ctr" rtl="0"/>
          <a:r>
            <a:rPr lang="en-GB" sz="2400">
              <a:latin typeface="Olympic Headline"/>
            </a:rPr>
            <a:t>Proximity with host country</a:t>
          </a:r>
        </a:p>
      </dgm:t>
    </dgm:pt>
    <dgm:pt modelId="{0064E019-2BC9-4B52-824A-A62C4D049BDD}" type="parTrans" cxnId="{11BA7B4E-0A39-42AD-A419-924227D7499F}">
      <dgm:prSet/>
      <dgm:spPr/>
      <dgm:t>
        <a:bodyPr/>
        <a:lstStyle/>
        <a:p>
          <a:endParaRPr lang="en-CH"/>
        </a:p>
      </dgm:t>
    </dgm:pt>
    <dgm:pt modelId="{0C92807B-D093-445F-8EED-B854EABC4238}" type="sibTrans" cxnId="{11BA7B4E-0A39-42AD-A419-924227D7499F}">
      <dgm:prSet/>
      <dgm:spPr/>
      <dgm:t>
        <a:bodyPr/>
        <a:lstStyle/>
        <a:p>
          <a:endParaRPr lang="en-GB"/>
        </a:p>
      </dgm:t>
    </dgm:pt>
    <dgm:pt modelId="{17DBCA0C-6D9C-4CC1-BCF3-542802166227}">
      <dgm:prSet phldr="0" custT="1"/>
      <dgm:spPr>
        <a:solidFill>
          <a:schemeClr val="accent1">
            <a:lumMod val="50000"/>
          </a:schemeClr>
        </a:solidFill>
      </dgm:spPr>
      <dgm:t>
        <a:bodyPr/>
        <a:lstStyle/>
        <a:p>
          <a:pPr algn="ctr"/>
          <a:r>
            <a:rPr lang="en-GB" sz="2400">
              <a:latin typeface="Olympic Headline"/>
            </a:rPr>
            <a:t>LOCAL media industry</a:t>
          </a:r>
        </a:p>
      </dgm:t>
    </dgm:pt>
    <dgm:pt modelId="{FE9568C0-606C-4B59-A2BE-8C072EBAAFF6}" type="parTrans" cxnId="{225066B6-9429-43E0-91E7-14A6D7B4EFEE}">
      <dgm:prSet/>
      <dgm:spPr/>
      <dgm:t>
        <a:bodyPr/>
        <a:lstStyle/>
        <a:p>
          <a:endParaRPr lang="en-CH"/>
        </a:p>
      </dgm:t>
    </dgm:pt>
    <dgm:pt modelId="{0195B6E5-6435-42E3-B40E-DF3010A1EFF7}" type="sibTrans" cxnId="{225066B6-9429-43E0-91E7-14A6D7B4EFEE}">
      <dgm:prSet/>
      <dgm:spPr/>
      <dgm:t>
        <a:bodyPr/>
        <a:lstStyle/>
        <a:p>
          <a:endParaRPr lang="en-CH"/>
        </a:p>
      </dgm:t>
    </dgm:pt>
    <dgm:pt modelId="{0D2A6981-440C-4408-9F64-F54FAFDAF866}">
      <dgm:prSet phldr="0" custT="1"/>
      <dgm:spPr>
        <a:solidFill>
          <a:srgbClr val="C00000"/>
        </a:solidFill>
      </dgm:spPr>
      <dgm:t>
        <a:bodyPr/>
        <a:lstStyle/>
        <a:p>
          <a:r>
            <a:rPr lang="en-GB" sz="2400">
              <a:latin typeface="Olympic Headline"/>
            </a:rPr>
            <a:t>Population &amp; </a:t>
          </a:r>
          <a:r>
            <a:rPr lang="en-GB" sz="2400" err="1">
              <a:latin typeface="Olympic Headline"/>
            </a:rPr>
            <a:t>gdp</a:t>
          </a:r>
          <a:endParaRPr lang="en-GB" sz="2400">
            <a:latin typeface="Olympic Headline"/>
          </a:endParaRPr>
        </a:p>
      </dgm:t>
    </dgm:pt>
    <dgm:pt modelId="{7AF70343-9243-44A6-AB6A-622148BCEDA8}" type="parTrans" cxnId="{6E577F7E-A413-4D1A-BF13-AC219FB71C61}">
      <dgm:prSet/>
      <dgm:spPr/>
      <dgm:t>
        <a:bodyPr/>
        <a:lstStyle/>
        <a:p>
          <a:endParaRPr lang="en-CH"/>
        </a:p>
      </dgm:t>
    </dgm:pt>
    <dgm:pt modelId="{4854BF73-0095-4CAA-A84F-6E9DF4766A81}" type="sibTrans" cxnId="{6E577F7E-A413-4D1A-BF13-AC219FB71C61}">
      <dgm:prSet/>
      <dgm:spPr/>
      <dgm:t>
        <a:bodyPr/>
        <a:lstStyle/>
        <a:p>
          <a:endParaRPr lang="en-CH"/>
        </a:p>
      </dgm:t>
    </dgm:pt>
    <dgm:pt modelId="{88F51421-FA4F-4080-8EC4-F49F2153279A}" type="pres">
      <dgm:prSet presAssocID="{1E420561-5BE3-4114-B3A0-F1A0FBFE78CF}" presName="diagram" presStyleCnt="0">
        <dgm:presLayoutVars>
          <dgm:dir/>
          <dgm:resizeHandles val="exact"/>
        </dgm:presLayoutVars>
      </dgm:prSet>
      <dgm:spPr/>
    </dgm:pt>
    <dgm:pt modelId="{1D635CE2-8720-4FDA-AFF7-40BF196FF5C9}" type="pres">
      <dgm:prSet presAssocID="{2351B697-566E-4E2C-B92A-E9DC4A57048A}" presName="node" presStyleLbl="node1" presStyleIdx="0" presStyleCnt="7">
        <dgm:presLayoutVars>
          <dgm:bulletEnabled val="1"/>
        </dgm:presLayoutVars>
      </dgm:prSet>
      <dgm:spPr/>
    </dgm:pt>
    <dgm:pt modelId="{9E8EB1BF-B4D8-465F-9519-BA2AF26FCAB1}" type="pres">
      <dgm:prSet presAssocID="{9FDE07A9-59F0-46D6-A5CC-0A38761804BA}" presName="sibTrans" presStyleCnt="0"/>
      <dgm:spPr/>
    </dgm:pt>
    <dgm:pt modelId="{EAF95293-AE64-4A2B-8429-4A22812E7ED9}" type="pres">
      <dgm:prSet presAssocID="{49C2AB09-F55B-4D93-AAFC-2E96E49AFAD8}" presName="node" presStyleLbl="node1" presStyleIdx="1" presStyleCnt="7">
        <dgm:presLayoutVars>
          <dgm:bulletEnabled val="1"/>
        </dgm:presLayoutVars>
      </dgm:prSet>
      <dgm:spPr/>
    </dgm:pt>
    <dgm:pt modelId="{E0D0EF05-4D8F-497C-A3F1-9E9707D6F616}" type="pres">
      <dgm:prSet presAssocID="{F52C9867-AFA1-409C-B2D3-5380DEE560A9}" presName="sibTrans" presStyleCnt="0"/>
      <dgm:spPr/>
    </dgm:pt>
    <dgm:pt modelId="{43F224AA-4C6C-42C8-8A11-023C47D75869}" type="pres">
      <dgm:prSet presAssocID="{1B7ECFF9-8B4D-4549-B90E-B4A00477A638}" presName="node" presStyleLbl="node1" presStyleIdx="2" presStyleCnt="7">
        <dgm:presLayoutVars>
          <dgm:bulletEnabled val="1"/>
        </dgm:presLayoutVars>
      </dgm:prSet>
      <dgm:spPr/>
    </dgm:pt>
    <dgm:pt modelId="{0DBB840E-C536-4EC3-BC02-4CFD726DB549}" type="pres">
      <dgm:prSet presAssocID="{990BB4FF-2D4C-418A-B3C4-600F303D25D2}" presName="sibTrans" presStyleCnt="0"/>
      <dgm:spPr/>
    </dgm:pt>
    <dgm:pt modelId="{531CBD35-93AE-4911-B174-90860E328975}" type="pres">
      <dgm:prSet presAssocID="{15E946CB-5851-4E27-AAB9-AB5A59636C3D}" presName="node" presStyleLbl="node1" presStyleIdx="3" presStyleCnt="7">
        <dgm:presLayoutVars>
          <dgm:bulletEnabled val="1"/>
        </dgm:presLayoutVars>
      </dgm:prSet>
      <dgm:spPr/>
    </dgm:pt>
    <dgm:pt modelId="{FF983B18-FD6C-46C7-A9D8-E915FC5D6901}" type="pres">
      <dgm:prSet presAssocID="{58C27D32-823E-4FC1-A2C3-1C44A0D562D6}" presName="sibTrans" presStyleCnt="0"/>
      <dgm:spPr/>
    </dgm:pt>
    <dgm:pt modelId="{5F7D98DF-8809-4D49-AF88-B0BC5CA0B9FF}" type="pres">
      <dgm:prSet presAssocID="{3325EB33-1929-4CF1-B097-6D049687A37A}" presName="node" presStyleLbl="node1" presStyleIdx="4" presStyleCnt="7" custLinFactNeighborX="1107" custLinFactNeighborY="615">
        <dgm:presLayoutVars>
          <dgm:bulletEnabled val="1"/>
        </dgm:presLayoutVars>
      </dgm:prSet>
      <dgm:spPr>
        <a:solidFill>
          <a:schemeClr val="accent5">
            <a:lumMod val="50000"/>
            <a:lumOff val="50000"/>
          </a:schemeClr>
        </a:solidFill>
      </dgm:spPr>
    </dgm:pt>
    <dgm:pt modelId="{C09552D6-30FE-4B82-B498-31AA81DB5D2D}" type="pres">
      <dgm:prSet presAssocID="{0C92807B-D093-445F-8EED-B854EABC4238}" presName="sibTrans" presStyleCnt="0"/>
      <dgm:spPr/>
    </dgm:pt>
    <dgm:pt modelId="{B0D2B682-5400-4C2F-BB49-66741916C254}" type="pres">
      <dgm:prSet presAssocID="{17DBCA0C-6D9C-4CC1-BCF3-542802166227}" presName="node" presStyleLbl="node1" presStyleIdx="5" presStyleCnt="7">
        <dgm:presLayoutVars>
          <dgm:bulletEnabled val="1"/>
        </dgm:presLayoutVars>
      </dgm:prSet>
      <dgm:spPr>
        <a:solidFill>
          <a:srgbClr val="0070C0"/>
        </a:solidFill>
      </dgm:spPr>
    </dgm:pt>
    <dgm:pt modelId="{98D48A74-1228-4617-8C48-BD2B2F546F1C}" type="pres">
      <dgm:prSet presAssocID="{0195B6E5-6435-42E3-B40E-DF3010A1EFF7}" presName="sibTrans" presStyleCnt="0"/>
      <dgm:spPr/>
    </dgm:pt>
    <dgm:pt modelId="{FECD1D4B-BA45-4A94-88EF-176FDBDF1B10}" type="pres">
      <dgm:prSet presAssocID="{0D2A6981-440C-4408-9F64-F54FAFDAF866}" presName="node" presStyleLbl="node1" presStyleIdx="6" presStyleCnt="7">
        <dgm:presLayoutVars>
          <dgm:bulletEnabled val="1"/>
        </dgm:presLayoutVars>
      </dgm:prSet>
      <dgm:spPr/>
    </dgm:pt>
  </dgm:ptLst>
  <dgm:cxnLst>
    <dgm:cxn modelId="{F6EDDE05-18D0-4D9E-B28F-83DA0FD40CD5}" type="presOf" srcId="{1E420561-5BE3-4114-B3A0-F1A0FBFE78CF}" destId="{88F51421-FA4F-4080-8EC4-F49F2153279A}" srcOrd="0" destOrd="0" presId="urn:microsoft.com/office/officeart/2005/8/layout/default"/>
    <dgm:cxn modelId="{96801120-39DD-46AD-9F08-46CBFE542A34}" type="presOf" srcId="{3325EB33-1929-4CF1-B097-6D049687A37A}" destId="{5F7D98DF-8809-4D49-AF88-B0BC5CA0B9FF}" srcOrd="0" destOrd="0" presId="urn:microsoft.com/office/officeart/2005/8/layout/default"/>
    <dgm:cxn modelId="{141DEC22-F309-413E-B4BB-CA55D351F851}" type="presOf" srcId="{15E946CB-5851-4E27-AAB9-AB5A59636C3D}" destId="{531CBD35-93AE-4911-B174-90860E328975}" srcOrd="0" destOrd="0" presId="urn:microsoft.com/office/officeart/2005/8/layout/default"/>
    <dgm:cxn modelId="{5E22A72D-3783-41DD-BB51-0AF23B1D3EF8}" srcId="{1E420561-5BE3-4114-B3A0-F1A0FBFE78CF}" destId="{15E946CB-5851-4E27-AAB9-AB5A59636C3D}" srcOrd="3" destOrd="0" parTransId="{E241B936-DC72-4AE8-848D-EF7FB51519A0}" sibTransId="{58C27D32-823E-4FC1-A2C3-1C44A0D562D6}"/>
    <dgm:cxn modelId="{63263934-625C-420A-9C5F-604AEF57CFE2}" type="presOf" srcId="{0D2A6981-440C-4408-9F64-F54FAFDAF866}" destId="{FECD1D4B-BA45-4A94-88EF-176FDBDF1B10}" srcOrd="0" destOrd="0" presId="urn:microsoft.com/office/officeart/2005/8/layout/default"/>
    <dgm:cxn modelId="{B493EB37-CBEA-4257-A30D-2103DD68B361}" type="presOf" srcId="{49C2AB09-F55B-4D93-AAFC-2E96E49AFAD8}" destId="{EAF95293-AE64-4A2B-8429-4A22812E7ED9}" srcOrd="0" destOrd="0" presId="urn:microsoft.com/office/officeart/2005/8/layout/default"/>
    <dgm:cxn modelId="{F5F76A62-1725-4142-9E4D-A30DFE807130}" type="presOf" srcId="{17DBCA0C-6D9C-4CC1-BCF3-542802166227}" destId="{B0D2B682-5400-4C2F-BB49-66741916C254}" srcOrd="0" destOrd="0" presId="urn:microsoft.com/office/officeart/2005/8/layout/default"/>
    <dgm:cxn modelId="{11BA7B4E-0A39-42AD-A419-924227D7499F}" srcId="{1E420561-5BE3-4114-B3A0-F1A0FBFE78CF}" destId="{3325EB33-1929-4CF1-B097-6D049687A37A}" srcOrd="4" destOrd="0" parTransId="{0064E019-2BC9-4B52-824A-A62C4D049BDD}" sibTransId="{0C92807B-D093-445F-8EED-B854EABC4238}"/>
    <dgm:cxn modelId="{6E577F7E-A413-4D1A-BF13-AC219FB71C61}" srcId="{1E420561-5BE3-4114-B3A0-F1A0FBFE78CF}" destId="{0D2A6981-440C-4408-9F64-F54FAFDAF866}" srcOrd="6" destOrd="0" parTransId="{7AF70343-9243-44A6-AB6A-622148BCEDA8}" sibTransId="{4854BF73-0095-4CAA-A84F-6E9DF4766A81}"/>
    <dgm:cxn modelId="{B1EA4882-7369-4AC8-A4B4-400AF64D339B}" srcId="{1E420561-5BE3-4114-B3A0-F1A0FBFE78CF}" destId="{49C2AB09-F55B-4D93-AAFC-2E96E49AFAD8}" srcOrd="1" destOrd="0" parTransId="{36A3B256-2B4B-44FA-9024-96A301975EBD}" sibTransId="{F52C9867-AFA1-409C-B2D3-5380DEE560A9}"/>
    <dgm:cxn modelId="{CE15F99D-8A30-4A9D-BEB5-CF9DDB5126E4}" type="presOf" srcId="{2351B697-566E-4E2C-B92A-E9DC4A57048A}" destId="{1D635CE2-8720-4FDA-AFF7-40BF196FF5C9}" srcOrd="0" destOrd="0" presId="urn:microsoft.com/office/officeart/2005/8/layout/default"/>
    <dgm:cxn modelId="{D83095B3-EAE4-4325-9E58-2B9327F0F5BA}" srcId="{1E420561-5BE3-4114-B3A0-F1A0FBFE78CF}" destId="{1B7ECFF9-8B4D-4549-B90E-B4A00477A638}" srcOrd="2" destOrd="0" parTransId="{F4087E47-1487-4C9E-AF04-D14D211AF081}" sibTransId="{990BB4FF-2D4C-418A-B3C4-600F303D25D2}"/>
    <dgm:cxn modelId="{225066B6-9429-43E0-91E7-14A6D7B4EFEE}" srcId="{1E420561-5BE3-4114-B3A0-F1A0FBFE78CF}" destId="{17DBCA0C-6D9C-4CC1-BCF3-542802166227}" srcOrd="5" destOrd="0" parTransId="{FE9568C0-606C-4B59-A2BE-8C072EBAAFF6}" sibTransId="{0195B6E5-6435-42E3-B40E-DF3010A1EFF7}"/>
    <dgm:cxn modelId="{2C1996D1-FE1B-4F55-B4F5-64EE6589302D}" type="presOf" srcId="{1B7ECFF9-8B4D-4549-B90E-B4A00477A638}" destId="{43F224AA-4C6C-42C8-8A11-023C47D75869}" srcOrd="0" destOrd="0" presId="urn:microsoft.com/office/officeart/2005/8/layout/default"/>
    <dgm:cxn modelId="{1764D6E6-56AE-4653-80F1-F9E73C1D3624}" srcId="{1E420561-5BE3-4114-B3A0-F1A0FBFE78CF}" destId="{2351B697-566E-4E2C-B92A-E9DC4A57048A}" srcOrd="0" destOrd="0" parTransId="{2BE75FC8-5CB9-4715-B75D-0C038D6C74F8}" sibTransId="{9FDE07A9-59F0-46D6-A5CC-0A38761804BA}"/>
    <dgm:cxn modelId="{9DECE14F-327F-4C90-B188-B052078740D7}" type="presParOf" srcId="{88F51421-FA4F-4080-8EC4-F49F2153279A}" destId="{1D635CE2-8720-4FDA-AFF7-40BF196FF5C9}" srcOrd="0" destOrd="0" presId="urn:microsoft.com/office/officeart/2005/8/layout/default"/>
    <dgm:cxn modelId="{395ED5BD-6983-47FB-9BDD-0E6BE436839B}" type="presParOf" srcId="{88F51421-FA4F-4080-8EC4-F49F2153279A}" destId="{9E8EB1BF-B4D8-465F-9519-BA2AF26FCAB1}" srcOrd="1" destOrd="0" presId="urn:microsoft.com/office/officeart/2005/8/layout/default"/>
    <dgm:cxn modelId="{53779B08-96BD-4CEB-88F4-C310871EF807}" type="presParOf" srcId="{88F51421-FA4F-4080-8EC4-F49F2153279A}" destId="{EAF95293-AE64-4A2B-8429-4A22812E7ED9}" srcOrd="2" destOrd="0" presId="urn:microsoft.com/office/officeart/2005/8/layout/default"/>
    <dgm:cxn modelId="{6A78361E-35C4-4E53-8C2D-9E8D642196E6}" type="presParOf" srcId="{88F51421-FA4F-4080-8EC4-F49F2153279A}" destId="{E0D0EF05-4D8F-497C-A3F1-9E9707D6F616}" srcOrd="3" destOrd="0" presId="urn:microsoft.com/office/officeart/2005/8/layout/default"/>
    <dgm:cxn modelId="{5B2D57C6-E875-4E90-9DA0-0D5C6FFC098E}" type="presParOf" srcId="{88F51421-FA4F-4080-8EC4-F49F2153279A}" destId="{43F224AA-4C6C-42C8-8A11-023C47D75869}" srcOrd="4" destOrd="0" presId="urn:microsoft.com/office/officeart/2005/8/layout/default"/>
    <dgm:cxn modelId="{C39AE8D3-6692-435C-B44A-2A8C27A7735B}" type="presParOf" srcId="{88F51421-FA4F-4080-8EC4-F49F2153279A}" destId="{0DBB840E-C536-4EC3-BC02-4CFD726DB549}" srcOrd="5" destOrd="0" presId="urn:microsoft.com/office/officeart/2005/8/layout/default"/>
    <dgm:cxn modelId="{9F72D247-A438-4917-80BA-7315F01086DD}" type="presParOf" srcId="{88F51421-FA4F-4080-8EC4-F49F2153279A}" destId="{531CBD35-93AE-4911-B174-90860E328975}" srcOrd="6" destOrd="0" presId="urn:microsoft.com/office/officeart/2005/8/layout/default"/>
    <dgm:cxn modelId="{52F5505C-B1F3-4496-9BC4-10311F10B634}" type="presParOf" srcId="{88F51421-FA4F-4080-8EC4-F49F2153279A}" destId="{FF983B18-FD6C-46C7-A9D8-E915FC5D6901}" srcOrd="7" destOrd="0" presId="urn:microsoft.com/office/officeart/2005/8/layout/default"/>
    <dgm:cxn modelId="{6ED3E491-0958-47A1-AA8F-957EF428C495}" type="presParOf" srcId="{88F51421-FA4F-4080-8EC4-F49F2153279A}" destId="{5F7D98DF-8809-4D49-AF88-B0BC5CA0B9FF}" srcOrd="8" destOrd="0" presId="urn:microsoft.com/office/officeart/2005/8/layout/default"/>
    <dgm:cxn modelId="{40B96F6E-7411-4AE3-8A46-7DB981C2847C}" type="presParOf" srcId="{88F51421-FA4F-4080-8EC4-F49F2153279A}" destId="{C09552D6-30FE-4B82-B498-31AA81DB5D2D}" srcOrd="9" destOrd="0" presId="urn:microsoft.com/office/officeart/2005/8/layout/default"/>
    <dgm:cxn modelId="{15A35381-8DE7-452A-A3A0-50E50168B86E}" type="presParOf" srcId="{88F51421-FA4F-4080-8EC4-F49F2153279A}" destId="{B0D2B682-5400-4C2F-BB49-66741916C254}" srcOrd="10" destOrd="0" presId="urn:microsoft.com/office/officeart/2005/8/layout/default"/>
    <dgm:cxn modelId="{E1A40DC3-DCB2-49B2-8D03-A692D825B6AC}" type="presParOf" srcId="{88F51421-FA4F-4080-8EC4-F49F2153279A}" destId="{98D48A74-1228-4617-8C48-BD2B2F546F1C}" srcOrd="11" destOrd="0" presId="urn:microsoft.com/office/officeart/2005/8/layout/default"/>
    <dgm:cxn modelId="{899D9245-0F9E-4189-BED4-B786D3E778EA}" type="presParOf" srcId="{88F51421-FA4F-4080-8EC4-F49F2153279A}" destId="{FECD1D4B-BA45-4A94-88EF-176FDBDF1B10}" srcOrd="12" destOrd="0" presId="urn:microsoft.com/office/officeart/2005/8/layout/default"/>
  </dgm:cxnLst>
  <dgm:bg>
    <a:solidFill>
      <a:schemeClr val="bg2"/>
    </a:solidFill>
  </dgm:bg>
  <dgm:whole>
    <a:ln>
      <a:solidFill>
        <a:schemeClr val="tx1">
          <a:lumMod val="65000"/>
          <a:lumOff val="3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35CE2-8720-4FDA-AFF7-40BF196FF5C9}">
      <dsp:nvSpPr>
        <dsp:cNvPr id="0" name=""/>
        <dsp:cNvSpPr/>
      </dsp:nvSpPr>
      <dsp:spPr>
        <a:xfrm>
          <a:off x="3287" y="468910"/>
          <a:ext cx="2608453" cy="1565071"/>
        </a:xfrm>
        <a:prstGeom prst="rect">
          <a:avLst/>
        </a:prstGeom>
        <a:solidFill>
          <a:srgbClr val="00B4EB"/>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NUMBER of athletes</a:t>
          </a:r>
          <a:endParaRPr lang="en-GB" sz="2400" kern="1200"/>
        </a:p>
      </dsp:txBody>
      <dsp:txXfrm>
        <a:off x="3287" y="468910"/>
        <a:ext cx="2608453" cy="1565071"/>
      </dsp:txXfrm>
    </dsp:sp>
    <dsp:sp modelId="{EAF95293-AE64-4A2B-8429-4A22812E7ED9}">
      <dsp:nvSpPr>
        <dsp:cNvPr id="0" name=""/>
        <dsp:cNvSpPr/>
      </dsp:nvSpPr>
      <dsp:spPr>
        <a:xfrm>
          <a:off x="2872586" y="468910"/>
          <a:ext cx="2608453" cy="1565071"/>
        </a:xfrm>
        <a:prstGeom prst="rect">
          <a:avLst/>
        </a:prstGeom>
        <a:solidFill>
          <a:srgbClr val="E6732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NUMBER of Sports</a:t>
          </a:r>
          <a:endParaRPr lang="en-GB" sz="2400" kern="1200"/>
        </a:p>
      </dsp:txBody>
      <dsp:txXfrm>
        <a:off x="2872586" y="468910"/>
        <a:ext cx="2608453" cy="1565071"/>
      </dsp:txXfrm>
    </dsp:sp>
    <dsp:sp modelId="{43F224AA-4C6C-42C8-8A11-023C47D75869}">
      <dsp:nvSpPr>
        <dsp:cNvPr id="0" name=""/>
        <dsp:cNvSpPr/>
      </dsp:nvSpPr>
      <dsp:spPr>
        <a:xfrm>
          <a:off x="5741884" y="468910"/>
          <a:ext cx="2608453" cy="1565071"/>
        </a:xfrm>
        <a:prstGeom prst="rect">
          <a:avLst/>
        </a:prstGeom>
        <a:solidFill>
          <a:srgbClr val="7030A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NUMBER of medals</a:t>
          </a:r>
          <a:endParaRPr lang="en-GB" sz="2400" kern="1200"/>
        </a:p>
      </dsp:txBody>
      <dsp:txXfrm>
        <a:off x="5741884" y="468910"/>
        <a:ext cx="2608453" cy="1565071"/>
      </dsp:txXfrm>
    </dsp:sp>
    <dsp:sp modelId="{531CBD35-93AE-4911-B174-90860E328975}">
      <dsp:nvSpPr>
        <dsp:cNvPr id="0" name=""/>
        <dsp:cNvSpPr/>
      </dsp:nvSpPr>
      <dsp:spPr>
        <a:xfrm>
          <a:off x="8611182" y="468910"/>
          <a:ext cx="2608453" cy="1565071"/>
        </a:xfrm>
        <a:prstGeom prst="rect">
          <a:avLst/>
        </a:prstGeom>
        <a:solidFill>
          <a:srgbClr val="6BDB8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NUMBER of “E” accreditations</a:t>
          </a:r>
          <a:endParaRPr lang="en-GB" sz="2400" kern="1200"/>
        </a:p>
      </dsp:txBody>
      <dsp:txXfrm>
        <a:off x="8611182" y="468910"/>
        <a:ext cx="2608453" cy="1565071"/>
      </dsp:txXfrm>
    </dsp:sp>
    <dsp:sp modelId="{5F7D98DF-8809-4D49-AF88-B0BC5CA0B9FF}">
      <dsp:nvSpPr>
        <dsp:cNvPr id="0" name=""/>
        <dsp:cNvSpPr/>
      </dsp:nvSpPr>
      <dsp:spPr>
        <a:xfrm>
          <a:off x="1466812" y="2304452"/>
          <a:ext cx="2608453" cy="1565071"/>
        </a:xfrm>
        <a:prstGeom prst="rect">
          <a:avLst/>
        </a:prstGeom>
        <a:solidFill>
          <a:schemeClr val="accent5">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GB" sz="2400" kern="1200">
              <a:latin typeface="Olympic Headline"/>
            </a:rPr>
            <a:t>Proximity with host country</a:t>
          </a:r>
        </a:p>
      </dsp:txBody>
      <dsp:txXfrm>
        <a:off x="1466812" y="2304452"/>
        <a:ext cx="2608453" cy="1565071"/>
      </dsp:txXfrm>
    </dsp:sp>
    <dsp:sp modelId="{B0D2B682-5400-4C2F-BB49-66741916C254}">
      <dsp:nvSpPr>
        <dsp:cNvPr id="0" name=""/>
        <dsp:cNvSpPr/>
      </dsp:nvSpPr>
      <dsp:spPr>
        <a:xfrm>
          <a:off x="4307235" y="2294827"/>
          <a:ext cx="2608453" cy="1565071"/>
        </a:xfrm>
        <a:prstGeom prst="rect">
          <a:avLst/>
        </a:prstGeom>
        <a:solidFill>
          <a:srgbClr val="0070C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LOCAL media industry</a:t>
          </a:r>
        </a:p>
      </dsp:txBody>
      <dsp:txXfrm>
        <a:off x="4307235" y="2294827"/>
        <a:ext cx="2608453" cy="1565071"/>
      </dsp:txXfrm>
    </dsp:sp>
    <dsp:sp modelId="{FECD1D4B-BA45-4A94-88EF-176FDBDF1B10}">
      <dsp:nvSpPr>
        <dsp:cNvPr id="0" name=""/>
        <dsp:cNvSpPr/>
      </dsp:nvSpPr>
      <dsp:spPr>
        <a:xfrm>
          <a:off x="7176533" y="2294827"/>
          <a:ext cx="2608453" cy="1565071"/>
        </a:xfrm>
        <a:prstGeom prst="rect">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latin typeface="Olympic Headline"/>
            </a:rPr>
            <a:t>Population &amp; </a:t>
          </a:r>
          <a:r>
            <a:rPr lang="en-GB" sz="2400" kern="1200" err="1">
              <a:latin typeface="Olympic Headline"/>
            </a:rPr>
            <a:t>gdp</a:t>
          </a:r>
          <a:endParaRPr lang="en-GB" sz="2400" kern="1200">
            <a:latin typeface="Olympic Headline"/>
          </a:endParaRPr>
        </a:p>
      </dsp:txBody>
      <dsp:txXfrm>
        <a:off x="7176533" y="2294827"/>
        <a:ext cx="2608453" cy="156507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4D715A-AEF5-CC4B-8C33-03F0C8B503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lympic Sans" panose="020B0504040202060203" pitchFamily="34" charset="0"/>
            </a:endParaRPr>
          </a:p>
        </p:txBody>
      </p:sp>
      <p:sp>
        <p:nvSpPr>
          <p:cNvPr id="3" name="Date Placeholder 2">
            <a:extLst>
              <a:ext uri="{FF2B5EF4-FFF2-40B4-BE49-F238E27FC236}">
                <a16:creationId xmlns:a16="http://schemas.microsoft.com/office/drawing/2014/main" id="{FCC490A2-A4B0-3047-A622-D996CE8FE4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D63F95-12A2-6848-A043-8E0975171B51}" type="datetimeFigureOut">
              <a:rPr lang="en-US" smtClean="0">
                <a:latin typeface="Olympic Sans" panose="020B0504040202060203" pitchFamily="34" charset="0"/>
              </a:rPr>
              <a:t>12/7/2025</a:t>
            </a:fld>
            <a:endParaRPr lang="en-US">
              <a:latin typeface="Olympic Sans" panose="020B0504040202060203" pitchFamily="34" charset="0"/>
            </a:endParaRPr>
          </a:p>
        </p:txBody>
      </p:sp>
      <p:sp>
        <p:nvSpPr>
          <p:cNvPr id="4" name="Footer Placeholder 3">
            <a:extLst>
              <a:ext uri="{FF2B5EF4-FFF2-40B4-BE49-F238E27FC236}">
                <a16:creationId xmlns:a16="http://schemas.microsoft.com/office/drawing/2014/main" id="{56CD16CB-49AB-B544-905A-0D67A2C370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lympic Sans" panose="020B0504040202060203" pitchFamily="34" charset="0"/>
            </a:endParaRPr>
          </a:p>
        </p:txBody>
      </p:sp>
      <p:sp>
        <p:nvSpPr>
          <p:cNvPr id="5" name="Slide Number Placeholder 4">
            <a:extLst>
              <a:ext uri="{FF2B5EF4-FFF2-40B4-BE49-F238E27FC236}">
                <a16:creationId xmlns:a16="http://schemas.microsoft.com/office/drawing/2014/main" id="{5F305BDD-52F7-2D41-983D-F804BD470E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B18FC7-201F-B240-B7E1-25E15C308685}" type="slidenum">
              <a:rPr lang="en-US" smtClean="0">
                <a:latin typeface="Olympic Sans" panose="020B0504040202060203" pitchFamily="34" charset="0"/>
              </a:rPr>
              <a:t>‹#›</a:t>
            </a:fld>
            <a:endParaRPr lang="en-US">
              <a:latin typeface="Olympic Sans" panose="020B0504040202060203" pitchFamily="34" charset="0"/>
            </a:endParaRPr>
          </a:p>
        </p:txBody>
      </p:sp>
    </p:spTree>
    <p:extLst>
      <p:ext uri="{BB962C8B-B14F-4D97-AF65-F5344CB8AC3E}">
        <p14:creationId xmlns:p14="http://schemas.microsoft.com/office/powerpoint/2010/main" val="21909470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lympic Sans" panose="020B05040402020602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lympic Sans" panose="020B0504040202060203" pitchFamily="34" charset="0"/>
              </a:defRPr>
            </a:lvl1pPr>
          </a:lstStyle>
          <a:p>
            <a:fld id="{BE392AFD-ACAE-5E4E-8602-8D211C07075F}" type="datetimeFigureOut">
              <a:rPr lang="en-US" smtClean="0"/>
              <a:pPr/>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lympic Sans" panose="020B05040402020602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lympic Sans" panose="020B0504040202060203" pitchFamily="34" charset="0"/>
              </a:defRPr>
            </a:lvl1pPr>
          </a:lstStyle>
          <a:p>
            <a:fld id="{42A27668-D1E4-9642-816D-CCBCCB06FC26}" type="slidenum">
              <a:rPr lang="en-US" smtClean="0"/>
              <a:pPr/>
              <a:t>‹#›</a:t>
            </a:fld>
            <a:endParaRPr lang="en-US"/>
          </a:p>
        </p:txBody>
      </p:sp>
    </p:spTree>
    <p:extLst>
      <p:ext uri="{BB962C8B-B14F-4D97-AF65-F5344CB8AC3E}">
        <p14:creationId xmlns:p14="http://schemas.microsoft.com/office/powerpoint/2010/main" val="2256184596"/>
      </p:ext>
    </p:extLst>
  </p:cSld>
  <p:clrMap bg1="lt1" tx1="dk1" bg2="lt2" tx2="dk2" accent1="accent1" accent2="accent2" accent3="accent3" accent4="accent4" accent5="accent5" accent6="accent6" hlink="hlink" folHlink="folHlink"/>
  <p:notesStyle>
    <a:lvl1pPr marL="0" algn="l" defTabSz="864017" rtl="0" eaLnBrk="1" latinLnBrk="0" hangingPunct="1">
      <a:defRPr sz="1134" kern="1200">
        <a:solidFill>
          <a:schemeClr val="tx1"/>
        </a:solidFill>
        <a:latin typeface="Olympic Sans" panose="020B0504040202060203" pitchFamily="34" charset="0"/>
        <a:ea typeface="+mn-ea"/>
        <a:cs typeface="+mn-cs"/>
      </a:defRPr>
    </a:lvl1pPr>
    <a:lvl2pPr marL="432008" algn="l" defTabSz="864017" rtl="0" eaLnBrk="1" latinLnBrk="0" hangingPunct="1">
      <a:defRPr sz="1134" kern="1200">
        <a:solidFill>
          <a:schemeClr val="tx1"/>
        </a:solidFill>
        <a:latin typeface="Olympic Sans" panose="020B0504040202060203" pitchFamily="34" charset="0"/>
        <a:ea typeface="+mn-ea"/>
        <a:cs typeface="+mn-cs"/>
      </a:defRPr>
    </a:lvl2pPr>
    <a:lvl3pPr marL="864017" algn="l" defTabSz="864017" rtl="0" eaLnBrk="1" latinLnBrk="0" hangingPunct="1">
      <a:defRPr sz="1134" kern="1200">
        <a:solidFill>
          <a:schemeClr val="tx1"/>
        </a:solidFill>
        <a:latin typeface="Olympic Sans" panose="020B0504040202060203" pitchFamily="34" charset="0"/>
        <a:ea typeface="+mn-ea"/>
        <a:cs typeface="+mn-cs"/>
      </a:defRPr>
    </a:lvl3pPr>
    <a:lvl4pPr marL="1296025" algn="l" defTabSz="864017" rtl="0" eaLnBrk="1" latinLnBrk="0" hangingPunct="1">
      <a:defRPr sz="1134" kern="1200">
        <a:solidFill>
          <a:schemeClr val="tx1"/>
        </a:solidFill>
        <a:latin typeface="Olympic Sans" panose="020B0504040202060203" pitchFamily="34" charset="0"/>
        <a:ea typeface="+mn-ea"/>
        <a:cs typeface="+mn-cs"/>
      </a:defRPr>
    </a:lvl4pPr>
    <a:lvl5pPr marL="1728033" algn="l" defTabSz="864017" rtl="0" eaLnBrk="1" latinLnBrk="0" hangingPunct="1">
      <a:defRPr sz="1134" kern="1200">
        <a:solidFill>
          <a:schemeClr val="tx1"/>
        </a:solidFill>
        <a:latin typeface="Olympic Sans" panose="020B0504040202060203" pitchFamily="34" charset="0"/>
        <a:ea typeface="+mn-ea"/>
        <a:cs typeface="+mn-cs"/>
      </a:defRPr>
    </a:lvl5pPr>
    <a:lvl6pPr marL="2160041" algn="l" defTabSz="864017" rtl="0" eaLnBrk="1" latinLnBrk="0" hangingPunct="1">
      <a:defRPr sz="1134" kern="1200">
        <a:solidFill>
          <a:schemeClr val="tx1"/>
        </a:solidFill>
        <a:latin typeface="+mn-lt"/>
        <a:ea typeface="+mn-ea"/>
        <a:cs typeface="+mn-cs"/>
      </a:defRPr>
    </a:lvl6pPr>
    <a:lvl7pPr marL="2592050" algn="l" defTabSz="864017" rtl="0" eaLnBrk="1" latinLnBrk="0" hangingPunct="1">
      <a:defRPr sz="1134" kern="1200">
        <a:solidFill>
          <a:schemeClr val="tx1"/>
        </a:solidFill>
        <a:latin typeface="+mn-lt"/>
        <a:ea typeface="+mn-ea"/>
        <a:cs typeface="+mn-cs"/>
      </a:defRPr>
    </a:lvl7pPr>
    <a:lvl8pPr marL="3024058" algn="l" defTabSz="864017" rtl="0" eaLnBrk="1" latinLnBrk="0" hangingPunct="1">
      <a:defRPr sz="1134" kern="1200">
        <a:solidFill>
          <a:schemeClr val="tx1"/>
        </a:solidFill>
        <a:latin typeface="+mn-lt"/>
        <a:ea typeface="+mn-ea"/>
        <a:cs typeface="+mn-cs"/>
      </a:defRPr>
    </a:lvl8pPr>
    <a:lvl9pPr marL="3456066" algn="l" defTabSz="864017" rtl="0" eaLnBrk="1" latinLnBrk="0" hangingPunct="1">
      <a:defRPr sz="113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a:latin typeface="Olympic Sans"/>
            </a:endParaRPr>
          </a:p>
        </p:txBody>
      </p:sp>
      <p:sp>
        <p:nvSpPr>
          <p:cNvPr id="4" name="Slide Number Placeholder 3"/>
          <p:cNvSpPr>
            <a:spLocks noGrp="1"/>
          </p:cNvSpPr>
          <p:nvPr>
            <p:ph type="sldNum" sz="quarter" idx="5"/>
          </p:nvPr>
        </p:nvSpPr>
        <p:spPr/>
        <p:txBody>
          <a:bodyPr/>
          <a:lstStyle/>
          <a:p>
            <a:fld id="{42A27668-D1E4-9642-816D-CCBCCB06FC26}" type="slidenum">
              <a:rPr lang="en-US" smtClean="0"/>
              <a:pPr/>
              <a:t>3</a:t>
            </a:fld>
            <a:endParaRPr lang="en-US"/>
          </a:p>
        </p:txBody>
      </p:sp>
    </p:spTree>
    <p:extLst>
      <p:ext uri="{BB962C8B-B14F-4D97-AF65-F5344CB8AC3E}">
        <p14:creationId xmlns:p14="http://schemas.microsoft.com/office/powerpoint/2010/main" val="1085053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A27668-D1E4-9642-816D-CCBCCB06FC26}" type="slidenum">
              <a:rPr lang="en-US" smtClean="0"/>
              <a:pPr/>
              <a:t>4</a:t>
            </a:fld>
            <a:endParaRPr lang="en-US"/>
          </a:p>
        </p:txBody>
      </p:sp>
    </p:spTree>
    <p:extLst>
      <p:ext uri="{BB962C8B-B14F-4D97-AF65-F5344CB8AC3E}">
        <p14:creationId xmlns:p14="http://schemas.microsoft.com/office/powerpoint/2010/main" val="841382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a:p>
        </p:txBody>
      </p:sp>
      <p:sp>
        <p:nvSpPr>
          <p:cNvPr id="4" name="Slide Number Placeholder 3"/>
          <p:cNvSpPr>
            <a:spLocks noGrp="1"/>
          </p:cNvSpPr>
          <p:nvPr>
            <p:ph type="sldNum" sz="quarter" idx="5"/>
          </p:nvPr>
        </p:nvSpPr>
        <p:spPr/>
        <p:txBody>
          <a:bodyPr/>
          <a:lstStyle/>
          <a:p>
            <a:fld id="{42A27668-D1E4-9642-816D-CCBCCB06FC26}" type="slidenum">
              <a:rPr lang="en-US" smtClean="0"/>
              <a:pPr/>
              <a:t>5</a:t>
            </a:fld>
            <a:endParaRPr lang="en-US"/>
          </a:p>
        </p:txBody>
      </p:sp>
    </p:spTree>
    <p:extLst>
      <p:ext uri="{BB962C8B-B14F-4D97-AF65-F5344CB8AC3E}">
        <p14:creationId xmlns:p14="http://schemas.microsoft.com/office/powerpoint/2010/main" val="27207325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whi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2092"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BE1F21A6-F32B-7145-BA2D-C82560E2A748}"/>
              </a:ext>
            </a:extLst>
          </p:cNvPr>
          <p:cNvSpPr txBox="1">
            <a:spLocks noGrp="1"/>
          </p:cNvSpPr>
          <p:nvPr>
            <p:ph type="title" hasCustomPrompt="1"/>
          </p:nvPr>
        </p:nvSpPr>
        <p:spPr>
          <a:xfrm>
            <a:off x="3982705" y="218633"/>
            <a:ext cx="5427996" cy="296430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Document </a:t>
            </a:r>
            <a:br>
              <a:rPr lang="en-GB" noProof="0"/>
            </a:br>
            <a:r>
              <a:rPr lang="en-GB" noProof="0"/>
              <a:t>or report cover title</a:t>
            </a:r>
          </a:p>
        </p:txBody>
      </p:sp>
      <p:sp>
        <p:nvSpPr>
          <p:cNvPr id="10" name="object 3">
            <a:extLst>
              <a:ext uri="{FF2B5EF4-FFF2-40B4-BE49-F238E27FC236}">
                <a16:creationId xmlns:a16="http://schemas.microsoft.com/office/drawing/2014/main" id="{3D875610-AF8C-EB4C-869F-DF4C739FD668}"/>
              </a:ext>
            </a:extLst>
          </p:cNvPr>
          <p:cNvSpPr txBox="1"/>
          <p:nvPr userDrawn="1"/>
        </p:nvSpPr>
        <p:spPr>
          <a:xfrm>
            <a:off x="1880422"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lang="en-CA" sz="1700" spc="10" baseline="0">
                <a:latin typeface="Olympic Sans" panose="020B0504040202060203" pitchFamily="34" charset="0"/>
              </a:rPr>
              <a:t>International</a:t>
            </a:r>
            <a:br>
              <a:rPr lang="en-CA" sz="1700" spc="30" baseline="0">
                <a:latin typeface="Olympic Sans" panose="020B0504040202060203" pitchFamily="34" charset="0"/>
              </a:rPr>
            </a:br>
            <a:r>
              <a:rPr lang="en-CA" sz="1700" spc="30" baseline="0">
                <a:latin typeface="Olympic Sans" panose="020B0504040202060203" pitchFamily="34" charset="0"/>
              </a:rPr>
              <a:t>Olympic</a:t>
            </a:r>
            <a:br>
              <a:rPr lang="en-CA" sz="1700" spc="30" baseline="0">
                <a:latin typeface="Olympic Sans" panose="020B0504040202060203" pitchFamily="34" charset="0"/>
              </a:rPr>
            </a:br>
            <a:r>
              <a:rPr lang="en-CA" sz="1700" spc="30" baseline="0">
                <a:latin typeface="Olympic Sans" panose="020B0504040202060203" pitchFamily="34" charset="0"/>
              </a:rPr>
              <a:t>Committee</a:t>
            </a:r>
            <a:endParaRPr lang="en-CA" sz="1700" spc="10" baseline="0">
              <a:latin typeface="Olympic Sans" panose="020B0504040202060203" pitchFamily="34" charset="0"/>
            </a:endParaRPr>
          </a:p>
        </p:txBody>
      </p:sp>
      <p:sp>
        <p:nvSpPr>
          <p:cNvPr id="8" name="Text Placeholder 3">
            <a:extLst>
              <a:ext uri="{FF2B5EF4-FFF2-40B4-BE49-F238E27FC236}">
                <a16:creationId xmlns:a16="http://schemas.microsoft.com/office/drawing/2014/main" id="{C48D582E-2409-0B49-A200-2633129ED23E}"/>
              </a:ext>
            </a:extLst>
          </p:cNvPr>
          <p:cNvSpPr>
            <a:spLocks noGrp="1"/>
          </p:cNvSpPr>
          <p:nvPr>
            <p:ph type="body" sz="half" idx="11" hasCustomPrompt="1"/>
          </p:nvPr>
        </p:nvSpPr>
        <p:spPr>
          <a:xfrm>
            <a:off x="3985838"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1" name="Picture 10">
            <a:extLst>
              <a:ext uri="{FF2B5EF4-FFF2-40B4-BE49-F238E27FC236}">
                <a16:creationId xmlns:a16="http://schemas.microsoft.com/office/drawing/2014/main" id="{4C065777-57A9-C046-BF14-D9D462A533C9}"/>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12" name="Text Placeholder 3">
            <a:extLst>
              <a:ext uri="{FF2B5EF4-FFF2-40B4-BE49-F238E27FC236}">
                <a16:creationId xmlns:a16="http://schemas.microsoft.com/office/drawing/2014/main" id="{F25326C6-0EA9-C848-85E3-7F712DF82F9B}"/>
              </a:ext>
            </a:extLst>
          </p:cNvPr>
          <p:cNvSpPr>
            <a:spLocks noGrp="1"/>
          </p:cNvSpPr>
          <p:nvPr>
            <p:ph type="body" sz="half" idx="12" hasCustomPrompt="1"/>
          </p:nvPr>
        </p:nvSpPr>
        <p:spPr>
          <a:xfrm>
            <a:off x="3986398" y="6073775"/>
            <a:ext cx="3557715" cy="250825"/>
          </a:xfrm>
        </p:spPr>
        <p:txBody>
          <a:bodyPr wrap="none" lIns="0" tIns="0" rIns="0" bIns="0" anchor="b" anchorCtr="0">
            <a:noAutofit/>
          </a:bodyPr>
          <a:lstStyle>
            <a:lvl1pPr marL="0" indent="0">
              <a:lnSpc>
                <a:spcPct val="70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786375562"/>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1167" y="226726"/>
            <a:ext cx="0" cy="6026437"/>
          </a:xfrm>
          <a:prstGeom prst="line">
            <a:avLst/>
          </a:prstGeom>
          <a:ln w="9525">
            <a:solidFill>
              <a:schemeClr val="bg1"/>
            </a:solidFill>
          </a:ln>
        </p:spPr>
        <p:txBody>
          <a:bodyPr lIns="26199" rIns="26199"/>
          <a:lstStyle/>
          <a:p>
            <a:endParaRPr sz="591"/>
          </a:p>
        </p:txBody>
      </p:sp>
      <p:sp>
        <p:nvSpPr>
          <p:cNvPr id="12" name="Title Text">
            <a:extLst>
              <a:ext uri="{FF2B5EF4-FFF2-40B4-BE49-F238E27FC236}">
                <a16:creationId xmlns:a16="http://schemas.microsoft.com/office/drawing/2014/main" id="{722C2455-1D55-634C-82EA-77E0F6BF0721}"/>
              </a:ext>
            </a:extLst>
          </p:cNvPr>
          <p:cNvSpPr txBox="1">
            <a:spLocks noGrp="1"/>
          </p:cNvSpPr>
          <p:nvPr>
            <p:ph type="title" hasCustomPrompt="1"/>
          </p:nvPr>
        </p:nvSpPr>
        <p:spPr>
          <a:xfrm>
            <a:off x="3982705" y="218633"/>
            <a:ext cx="5427989" cy="2964305"/>
          </a:xfrm>
          <a:prstGeom prst="rect">
            <a:avLst/>
          </a:prstGeom>
        </p:spPr>
        <p:txBody>
          <a:bodyPr lIns="0" tIns="36000" rIns="0" bIns="0" anchor="t">
            <a:noAutofit/>
          </a:bodyPr>
          <a:lstStyle>
            <a:lvl1pPr fontAlgn="t">
              <a:lnSpc>
                <a:spcPct val="68000"/>
              </a:lnSpc>
              <a:defRPr sz="7350" baseline="0">
                <a:solidFill>
                  <a:schemeClr val="bg1"/>
                </a:solidFill>
                <a:latin typeface="Olympic Headline" pitchFamily="2" charset="77"/>
              </a:defRPr>
            </a:lvl1pPr>
          </a:lstStyle>
          <a:p>
            <a:r>
              <a:rPr lang="en-GB" noProof="0"/>
              <a:t>Document </a:t>
            </a:r>
            <a:br>
              <a:rPr lang="en-GB" noProof="0"/>
            </a:br>
            <a:r>
              <a:rPr lang="en-GB" noProof="0"/>
              <a:t>or report cover title</a:t>
            </a:r>
          </a:p>
        </p:txBody>
      </p:sp>
      <p:sp>
        <p:nvSpPr>
          <p:cNvPr id="9" name="object 3">
            <a:extLst>
              <a:ext uri="{FF2B5EF4-FFF2-40B4-BE49-F238E27FC236}">
                <a16:creationId xmlns:a16="http://schemas.microsoft.com/office/drawing/2014/main" id="{0AD9E4B9-ACE3-AD41-9442-47303D3D7F7D}"/>
              </a:ext>
            </a:extLst>
          </p:cNvPr>
          <p:cNvSpPr txBox="1"/>
          <p:nvPr userDrawn="1"/>
        </p:nvSpPr>
        <p:spPr>
          <a:xfrm>
            <a:off x="1880422"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solidFill>
                  <a:schemeClr val="bg1"/>
                </a:solidFill>
                <a:latin typeface="Olympic Sans" panose="020B0504040202060203" pitchFamily="34" charset="0"/>
              </a:rPr>
              <a:t>International</a:t>
            </a:r>
            <a:r>
              <a:rPr sz="1700" spc="30" baseline="0">
                <a:solidFill>
                  <a:schemeClr val="bg1"/>
                </a:solidFill>
                <a:latin typeface="Olympic Sans" panose="020B0504040202060203" pitchFamily="34" charset="0"/>
              </a:rPr>
              <a:t>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Olympic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Committee</a:t>
            </a:r>
          </a:p>
        </p:txBody>
      </p:sp>
      <p:pic>
        <p:nvPicPr>
          <p:cNvPr id="14" name="Picture 13">
            <a:extLst>
              <a:ext uri="{FF2B5EF4-FFF2-40B4-BE49-F238E27FC236}">
                <a16:creationId xmlns:a16="http://schemas.microsoft.com/office/drawing/2014/main" id="{FF42640C-87AD-EB41-84F5-FC1B233775E6}"/>
              </a:ext>
            </a:extLst>
          </p:cNvPr>
          <p:cNvPicPr>
            <a:picLocks noChangeAspect="1"/>
          </p:cNvPicPr>
          <p:nvPr userDrawn="1"/>
        </p:nvPicPr>
        <p:blipFill>
          <a:blip r:embed="rId3"/>
          <a:stretch>
            <a:fillRect/>
          </a:stretch>
        </p:blipFill>
        <p:spPr>
          <a:xfrm>
            <a:off x="109389" y="109814"/>
            <a:ext cx="1678147" cy="896284"/>
          </a:xfrm>
          <a:prstGeom prst="rect">
            <a:avLst/>
          </a:prstGeom>
        </p:spPr>
      </p:pic>
      <p:sp>
        <p:nvSpPr>
          <p:cNvPr id="11" name="Text Placeholder 3">
            <a:extLst>
              <a:ext uri="{FF2B5EF4-FFF2-40B4-BE49-F238E27FC236}">
                <a16:creationId xmlns:a16="http://schemas.microsoft.com/office/drawing/2014/main" id="{11CE4A0F-BEB8-314D-8449-647F0A10580E}"/>
              </a:ext>
            </a:extLst>
          </p:cNvPr>
          <p:cNvSpPr>
            <a:spLocks noGrp="1"/>
          </p:cNvSpPr>
          <p:nvPr>
            <p:ph type="body" sz="half" idx="11" hasCustomPrompt="1"/>
          </p:nvPr>
        </p:nvSpPr>
        <p:spPr>
          <a:xfrm>
            <a:off x="3985838" y="5573221"/>
            <a:ext cx="3557715" cy="496576"/>
          </a:xfrm>
        </p:spPr>
        <p:txBody>
          <a:bodyPr lIns="0" tIns="0" rIns="0" bIns="0" anchor="t" anchorCtr="0">
            <a:noAutofit/>
          </a:bodyPr>
          <a:lstStyle>
            <a:lvl1pPr marL="0" indent="0">
              <a:lnSpc>
                <a:spcPct val="96000"/>
              </a:lnSpc>
              <a:spcBef>
                <a:spcPts val="0"/>
              </a:spcBef>
              <a:buNone/>
              <a:defRPr sz="17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sp>
        <p:nvSpPr>
          <p:cNvPr id="13" name="Text Placeholder 3">
            <a:extLst>
              <a:ext uri="{FF2B5EF4-FFF2-40B4-BE49-F238E27FC236}">
                <a16:creationId xmlns:a16="http://schemas.microsoft.com/office/drawing/2014/main" id="{F8B083C5-18DA-E44C-9C7B-0C2BD9D016C2}"/>
              </a:ext>
            </a:extLst>
          </p:cNvPr>
          <p:cNvSpPr>
            <a:spLocks noGrp="1"/>
          </p:cNvSpPr>
          <p:nvPr>
            <p:ph type="body" sz="half" idx="12" hasCustomPrompt="1"/>
          </p:nvPr>
        </p:nvSpPr>
        <p:spPr>
          <a:xfrm>
            <a:off x="3986398"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256729313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1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object 2">
            <a:extLst>
              <a:ext uri="{FF2B5EF4-FFF2-40B4-BE49-F238E27FC236}">
                <a16:creationId xmlns:a16="http://schemas.microsoft.com/office/drawing/2014/main" id="{D921B854-C972-3C4A-82F1-13EE9B6C06AC}"/>
              </a:ext>
            </a:extLst>
          </p:cNvPr>
          <p:cNvSpPr/>
          <p:nvPr userDrawn="1"/>
        </p:nvSpPr>
        <p:spPr>
          <a:xfrm flipH="1">
            <a:off x="3882092" y="226726"/>
            <a:ext cx="0" cy="6026437"/>
          </a:xfrm>
          <a:prstGeom prst="line">
            <a:avLst/>
          </a:prstGeom>
          <a:ln w="9525">
            <a:solidFill>
              <a:srgbClr val="141414"/>
            </a:solidFill>
          </a:ln>
        </p:spPr>
        <p:txBody>
          <a:bodyPr lIns="26199" rIns="26199"/>
          <a:lstStyle/>
          <a:p>
            <a:endParaRPr sz="591"/>
          </a:p>
        </p:txBody>
      </p:sp>
      <p:sp>
        <p:nvSpPr>
          <p:cNvPr id="16" name="Title Text">
            <a:extLst>
              <a:ext uri="{FF2B5EF4-FFF2-40B4-BE49-F238E27FC236}">
                <a16:creationId xmlns:a16="http://schemas.microsoft.com/office/drawing/2014/main" id="{8D99DF51-2C9C-B646-BC01-F1B4EDAF3E02}"/>
              </a:ext>
            </a:extLst>
          </p:cNvPr>
          <p:cNvSpPr txBox="1">
            <a:spLocks noGrp="1"/>
          </p:cNvSpPr>
          <p:nvPr>
            <p:ph type="title" hasCustomPrompt="1"/>
          </p:nvPr>
        </p:nvSpPr>
        <p:spPr>
          <a:xfrm>
            <a:off x="3982705" y="218633"/>
            <a:ext cx="5427996" cy="296430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Document </a:t>
            </a:r>
            <a:br>
              <a:rPr lang="en-GB" noProof="0"/>
            </a:br>
            <a:r>
              <a:rPr lang="en-GB" noProof="0"/>
              <a:t>or report cover title</a:t>
            </a:r>
          </a:p>
        </p:txBody>
      </p:sp>
      <p:sp>
        <p:nvSpPr>
          <p:cNvPr id="19" name="object 3">
            <a:extLst>
              <a:ext uri="{FF2B5EF4-FFF2-40B4-BE49-F238E27FC236}">
                <a16:creationId xmlns:a16="http://schemas.microsoft.com/office/drawing/2014/main" id="{BAA8188C-02F8-5A4D-BDB1-6070B2DBD098}"/>
              </a:ext>
            </a:extLst>
          </p:cNvPr>
          <p:cNvSpPr txBox="1"/>
          <p:nvPr userDrawn="1"/>
        </p:nvSpPr>
        <p:spPr>
          <a:xfrm>
            <a:off x="1880422"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pic>
        <p:nvPicPr>
          <p:cNvPr id="20" name="Picture 19">
            <a:extLst>
              <a:ext uri="{FF2B5EF4-FFF2-40B4-BE49-F238E27FC236}">
                <a16:creationId xmlns:a16="http://schemas.microsoft.com/office/drawing/2014/main" id="{2787E505-6CB2-F844-8E6D-34B71CD6AAAB}"/>
              </a:ext>
            </a:extLst>
          </p:cNvPr>
          <p:cNvPicPr>
            <a:picLocks noChangeAspect="1"/>
          </p:cNvPicPr>
          <p:nvPr userDrawn="1"/>
        </p:nvPicPr>
        <p:blipFill>
          <a:blip r:embed="rId3"/>
          <a:stretch>
            <a:fillRect/>
          </a:stretch>
        </p:blipFill>
        <p:spPr>
          <a:xfrm>
            <a:off x="102958" y="110398"/>
            <a:ext cx="1681597" cy="898125"/>
          </a:xfrm>
          <a:prstGeom prst="rect">
            <a:avLst/>
          </a:prstGeom>
        </p:spPr>
      </p:pic>
      <p:sp>
        <p:nvSpPr>
          <p:cNvPr id="9" name="Text Placeholder 3">
            <a:extLst>
              <a:ext uri="{FF2B5EF4-FFF2-40B4-BE49-F238E27FC236}">
                <a16:creationId xmlns:a16="http://schemas.microsoft.com/office/drawing/2014/main" id="{E3A28769-42EC-C942-91D9-E5A2B2BF3284}"/>
              </a:ext>
            </a:extLst>
          </p:cNvPr>
          <p:cNvSpPr>
            <a:spLocks noGrp="1"/>
          </p:cNvSpPr>
          <p:nvPr>
            <p:ph type="body" sz="half" idx="11" hasCustomPrompt="1"/>
          </p:nvPr>
        </p:nvSpPr>
        <p:spPr>
          <a:xfrm>
            <a:off x="3985838"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sp>
        <p:nvSpPr>
          <p:cNvPr id="10" name="Text Placeholder 3">
            <a:extLst>
              <a:ext uri="{FF2B5EF4-FFF2-40B4-BE49-F238E27FC236}">
                <a16:creationId xmlns:a16="http://schemas.microsoft.com/office/drawing/2014/main" id="{7DB63209-89AB-C64D-A800-F28BAF53B5C7}"/>
              </a:ext>
            </a:extLst>
          </p:cNvPr>
          <p:cNvSpPr>
            <a:spLocks noGrp="1"/>
          </p:cNvSpPr>
          <p:nvPr>
            <p:ph type="body" sz="half" idx="12" hasCustomPrompt="1"/>
          </p:nvPr>
        </p:nvSpPr>
        <p:spPr>
          <a:xfrm>
            <a:off x="3986398" y="6073775"/>
            <a:ext cx="3557715" cy="250825"/>
          </a:xfrm>
        </p:spPr>
        <p:txBody>
          <a:bodyPr wrap="none" lIns="0" tIns="0" rIns="0" bIns="0" anchor="b" anchorCtr="0">
            <a:noAutofit/>
          </a:bodyPr>
          <a:lstStyle>
            <a:lvl1pPr marL="0" indent="0">
              <a:lnSpc>
                <a:spcPct val="70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294488449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whi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2935149" y="226726"/>
            <a:ext cx="0" cy="6026437"/>
          </a:xfrm>
          <a:prstGeom prst="line">
            <a:avLst/>
          </a:prstGeom>
          <a:ln w="9525">
            <a:solidFill>
              <a:srgbClr val="141414"/>
            </a:solidFill>
          </a:ln>
        </p:spPr>
        <p:txBody>
          <a:bodyPr lIns="26199" rIns="26199"/>
          <a:lstStyle/>
          <a:p>
            <a:endParaRPr sz="591"/>
          </a:p>
        </p:txBody>
      </p:sp>
      <p:sp>
        <p:nvSpPr>
          <p:cNvPr id="7" name="Title Text">
            <a:extLst>
              <a:ext uri="{FF2B5EF4-FFF2-40B4-BE49-F238E27FC236}">
                <a16:creationId xmlns:a16="http://schemas.microsoft.com/office/drawing/2014/main" id="{23FBCEF7-27C5-EF4B-B6DE-FD92AD557414}"/>
              </a:ext>
            </a:extLst>
          </p:cNvPr>
          <p:cNvSpPr txBox="1">
            <a:spLocks noGrp="1"/>
          </p:cNvSpPr>
          <p:nvPr>
            <p:ph type="title" hasCustomPrompt="1"/>
          </p:nvPr>
        </p:nvSpPr>
        <p:spPr>
          <a:xfrm>
            <a:off x="3045018" y="1735012"/>
            <a:ext cx="3765353" cy="2216276"/>
          </a:xfrm>
          <a:prstGeom prst="rect">
            <a:avLst/>
          </a:prstGeom>
        </p:spPr>
        <p:txBody>
          <a:bodyPr lIns="0" rIns="0" anchor="t">
            <a:noAutofit/>
          </a:bodyPr>
          <a:lstStyle>
            <a:lvl1pPr fontAlgn="t">
              <a:lnSpc>
                <a:spcPts val="3911"/>
              </a:lnSpc>
              <a:defRPr sz="4699" baseline="0">
                <a:solidFill>
                  <a:schemeClr val="tx1"/>
                </a:solidFill>
                <a:latin typeface="Olympic Headline" pitchFamily="2" charset="77"/>
              </a:defRPr>
            </a:lvl1pPr>
          </a:lstStyle>
          <a:p>
            <a:r>
              <a:rPr lang="en-GB" noProof="0"/>
              <a:t>Document or report cover title</a:t>
            </a:r>
          </a:p>
        </p:txBody>
      </p:sp>
      <p:sp>
        <p:nvSpPr>
          <p:cNvPr id="22" name="Text Placeholder 3">
            <a:extLst>
              <a:ext uri="{FF2B5EF4-FFF2-40B4-BE49-F238E27FC236}">
                <a16:creationId xmlns:a16="http://schemas.microsoft.com/office/drawing/2014/main" id="{56D57A84-0DB7-DB4C-836F-0DB1C869C80E}"/>
              </a:ext>
            </a:extLst>
          </p:cNvPr>
          <p:cNvSpPr>
            <a:spLocks noGrp="1"/>
          </p:cNvSpPr>
          <p:nvPr>
            <p:ph type="body" sz="half" idx="11" hasCustomPrompt="1"/>
          </p:nvPr>
        </p:nvSpPr>
        <p:spPr>
          <a:xfrm>
            <a:off x="3043418"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sp>
        <p:nvSpPr>
          <p:cNvPr id="10" name="Picture Placeholder 3">
            <a:extLst>
              <a:ext uri="{FF2B5EF4-FFF2-40B4-BE49-F238E27FC236}">
                <a16:creationId xmlns:a16="http://schemas.microsoft.com/office/drawing/2014/main" id="{A436DE1A-3578-5B41-BD5D-C91F78CE7571}"/>
              </a:ext>
            </a:extLst>
          </p:cNvPr>
          <p:cNvSpPr>
            <a:spLocks noGrp="1"/>
          </p:cNvSpPr>
          <p:nvPr>
            <p:ph type="pic" sz="quarter" idx="10" hasCustomPrompt="1"/>
          </p:nvPr>
        </p:nvSpPr>
        <p:spPr>
          <a:xfrm>
            <a:off x="7531104" y="0"/>
            <a:ext cx="3989382" cy="6480175"/>
          </a:xfr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graphic pattern or picture here. Delete for a white slide</a:t>
            </a:r>
          </a:p>
        </p:txBody>
      </p:sp>
      <p:sp>
        <p:nvSpPr>
          <p:cNvPr id="8" name="object 3">
            <a:extLst>
              <a:ext uri="{FF2B5EF4-FFF2-40B4-BE49-F238E27FC236}">
                <a16:creationId xmlns:a16="http://schemas.microsoft.com/office/drawing/2014/main" id="{DF01110F-D3CA-1946-9C64-91468C799488}"/>
              </a:ext>
            </a:extLst>
          </p:cNvPr>
          <p:cNvSpPr txBox="1"/>
          <p:nvPr userDrawn="1"/>
        </p:nvSpPr>
        <p:spPr>
          <a:xfrm>
            <a:off x="3035300"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solidFill>
                  <a:schemeClr val="tx1"/>
                </a:solidFill>
                <a:latin typeface="Olympic Sans" panose="020B0504040202060203" pitchFamily="34" charset="0"/>
              </a:rPr>
              <a:t>International</a:t>
            </a:r>
            <a:r>
              <a:rPr sz="1700" spc="30" baseline="0">
                <a:solidFill>
                  <a:schemeClr val="tx1"/>
                </a:solidFill>
                <a:latin typeface="Olympic Sans" panose="020B0504040202060203" pitchFamily="34" charset="0"/>
              </a:rPr>
              <a:t>  </a:t>
            </a:r>
            <a:br>
              <a:rPr lang="en-CA" sz="1700" spc="30" baseline="0">
                <a:solidFill>
                  <a:schemeClr val="tx1"/>
                </a:solidFill>
                <a:latin typeface="Olympic Sans" panose="020B0504040202060203" pitchFamily="34" charset="0"/>
              </a:rPr>
            </a:br>
            <a:r>
              <a:rPr sz="1700" spc="30" baseline="0">
                <a:solidFill>
                  <a:schemeClr val="tx1"/>
                </a:solidFill>
                <a:latin typeface="Olympic Sans" panose="020B0504040202060203" pitchFamily="34" charset="0"/>
              </a:rPr>
              <a:t>Olympic  </a:t>
            </a:r>
            <a:br>
              <a:rPr lang="en-CA" sz="1700" spc="30" baseline="0">
                <a:solidFill>
                  <a:schemeClr val="tx1"/>
                </a:solidFill>
                <a:latin typeface="Olympic Sans" panose="020B0504040202060203" pitchFamily="34" charset="0"/>
              </a:rPr>
            </a:br>
            <a:r>
              <a:rPr sz="1700" spc="30" baseline="0">
                <a:solidFill>
                  <a:schemeClr val="tx1"/>
                </a:solidFill>
                <a:latin typeface="Olympic Sans" panose="020B0504040202060203" pitchFamily="34" charset="0"/>
              </a:rPr>
              <a:t>Committee</a:t>
            </a:r>
          </a:p>
        </p:txBody>
      </p:sp>
      <p:pic>
        <p:nvPicPr>
          <p:cNvPr id="14" name="Picture 13">
            <a:extLst>
              <a:ext uri="{FF2B5EF4-FFF2-40B4-BE49-F238E27FC236}">
                <a16:creationId xmlns:a16="http://schemas.microsoft.com/office/drawing/2014/main" id="{C777F52C-56F8-D24E-87DF-61D6E59C3187}"/>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9" name="Text Placeholder 3">
            <a:extLst>
              <a:ext uri="{FF2B5EF4-FFF2-40B4-BE49-F238E27FC236}">
                <a16:creationId xmlns:a16="http://schemas.microsoft.com/office/drawing/2014/main" id="{4D57D735-E34B-4B4D-B3F2-63A674A0DD1E}"/>
              </a:ext>
            </a:extLst>
          </p:cNvPr>
          <p:cNvSpPr>
            <a:spLocks noGrp="1"/>
          </p:cNvSpPr>
          <p:nvPr>
            <p:ph type="body" sz="half" idx="12" hasCustomPrompt="1"/>
          </p:nvPr>
        </p:nvSpPr>
        <p:spPr>
          <a:xfrm>
            <a:off x="3043423" y="6073775"/>
            <a:ext cx="3557715" cy="250825"/>
          </a:xfrm>
        </p:spPr>
        <p:txBody>
          <a:bodyPr wrap="none" lIns="0" tIns="0" rIns="0" bIns="0" anchor="b" anchorCtr="0">
            <a:noAutofit/>
          </a:bodyPr>
          <a:lstStyle>
            <a:lvl1pPr marL="0" indent="0">
              <a:lnSpc>
                <a:spcPct val="70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524302405"/>
      </p:ext>
    </p:extLst>
  </p:cSld>
  <p:clrMapOvr>
    <a:masterClrMapping/>
  </p:clrMapOvr>
  <p:extLst>
    <p:ext uri="{DCECCB84-F9BA-43D5-87BE-67443E8EF086}">
      <p15:sldGuideLst xmlns:p15="http://schemas.microsoft.com/office/powerpoint/2012/main">
        <p15:guide id="1" pos="138" userDrawn="1">
          <p15:clr>
            <a:srgbClr val="FBAE40"/>
          </p15:clr>
        </p15:guide>
        <p15:guide id="2" pos="7113" userDrawn="1">
          <p15:clr>
            <a:srgbClr val="FBAE40"/>
          </p15:clr>
        </p15:guide>
        <p15:guide id="3" orient="horz" pos="3939" userDrawn="1">
          <p15:clr>
            <a:srgbClr val="FBAE40"/>
          </p15:clr>
        </p15:guide>
        <p15:guide id="4" orient="horz" pos="142" userDrawn="1">
          <p15:clr>
            <a:srgbClr val="FBAE40"/>
          </p15:clr>
        </p15:guide>
        <p15:guide id="5" pos="593" userDrawn="1">
          <p15:clr>
            <a:srgbClr val="FBAE40"/>
          </p15:clr>
        </p15:guide>
        <p15:guide id="6" pos="733" userDrawn="1">
          <p15:clr>
            <a:srgbClr val="FBAE40"/>
          </p15:clr>
        </p15:guide>
        <p15:guide id="7" pos="1187" userDrawn="1">
          <p15:clr>
            <a:srgbClr val="FBAE40"/>
          </p15:clr>
        </p15:guide>
        <p15:guide id="8" pos="1327" userDrawn="1">
          <p15:clr>
            <a:srgbClr val="FBAE40"/>
          </p15:clr>
        </p15:guide>
        <p15:guide id="9" pos="1778" userDrawn="1">
          <p15:clr>
            <a:srgbClr val="FBAE40"/>
          </p15:clr>
        </p15:guide>
        <p15:guide id="10" pos="1918" userDrawn="1">
          <p15:clr>
            <a:srgbClr val="FBAE40"/>
          </p15:clr>
        </p15:guide>
        <p15:guide id="11" pos="2372" userDrawn="1">
          <p15:clr>
            <a:srgbClr val="FBAE40"/>
          </p15:clr>
        </p15:guide>
        <p15:guide id="12" pos="2512" userDrawn="1">
          <p15:clr>
            <a:srgbClr val="FBAE40"/>
          </p15:clr>
        </p15:guide>
        <p15:guide id="13" pos="2965" userDrawn="1">
          <p15:clr>
            <a:srgbClr val="FBAE40"/>
          </p15:clr>
        </p15:guide>
        <p15:guide id="14" pos="3105" userDrawn="1">
          <p15:clr>
            <a:srgbClr val="FBAE40"/>
          </p15:clr>
        </p15:guide>
        <p15:guide id="15" pos="3557" userDrawn="1">
          <p15:clr>
            <a:srgbClr val="FBAE40"/>
          </p15:clr>
        </p15:guide>
        <p15:guide id="16" pos="3697" userDrawn="1">
          <p15:clr>
            <a:srgbClr val="FBAE40"/>
          </p15:clr>
        </p15:guide>
        <p15:guide id="17" pos="4150" userDrawn="1">
          <p15:clr>
            <a:srgbClr val="FBAE40"/>
          </p15:clr>
        </p15:guide>
        <p15:guide id="18" pos="4290" userDrawn="1">
          <p15:clr>
            <a:srgbClr val="FBAE40"/>
          </p15:clr>
        </p15:guide>
        <p15:guide id="19" pos="4744" userDrawn="1">
          <p15:clr>
            <a:srgbClr val="FBAE40"/>
          </p15:clr>
        </p15:guide>
        <p15:guide id="20" pos="4883" userDrawn="1">
          <p15:clr>
            <a:srgbClr val="FBAE40"/>
          </p15:clr>
        </p15:guide>
        <p15:guide id="21" pos="5335" userDrawn="1">
          <p15:clr>
            <a:srgbClr val="FBAE40"/>
          </p15:clr>
        </p15:guide>
        <p15:guide id="22" pos="5475" userDrawn="1">
          <p15:clr>
            <a:srgbClr val="FBAE40"/>
          </p15:clr>
        </p15:guide>
        <p15:guide id="23" pos="5928" userDrawn="1">
          <p15:clr>
            <a:srgbClr val="FBAE40"/>
          </p15:clr>
        </p15:guide>
        <p15:guide id="24" pos="6068" userDrawn="1">
          <p15:clr>
            <a:srgbClr val="FBAE40"/>
          </p15:clr>
        </p15:guide>
        <p15:guide id="25" pos="6522" userDrawn="1">
          <p15:clr>
            <a:srgbClr val="FBAE40"/>
          </p15:clr>
        </p15:guide>
        <p15:guide id="26" pos="6662" userDrawn="1">
          <p15:clr>
            <a:srgbClr val="FBAE40"/>
          </p15:clr>
        </p15:guide>
        <p15:guide id="27" orient="horz" pos="554" userDrawn="1">
          <p15:clr>
            <a:srgbClr val="FBAE40"/>
          </p15:clr>
        </p15:guide>
        <p15:guide id="28" orient="horz" pos="626" userDrawn="1">
          <p15:clr>
            <a:srgbClr val="FBAE40"/>
          </p15:clr>
        </p15:guide>
        <p15:guide id="29" orient="horz" pos="1038" userDrawn="1">
          <p15:clr>
            <a:srgbClr val="FBAE40"/>
          </p15:clr>
        </p15:guide>
        <p15:guide id="30" orient="horz" pos="1109" userDrawn="1">
          <p15:clr>
            <a:srgbClr val="FBAE40"/>
          </p15:clr>
        </p15:guide>
        <p15:guide id="31" orient="horz" pos="1521" userDrawn="1">
          <p15:clr>
            <a:srgbClr val="FBAE40"/>
          </p15:clr>
        </p15:guide>
        <p15:guide id="32" orient="horz" pos="2005" userDrawn="1">
          <p15:clr>
            <a:srgbClr val="FBAE40"/>
          </p15:clr>
        </p15:guide>
        <p15:guide id="33" orient="horz" pos="1593" userDrawn="1">
          <p15:clr>
            <a:srgbClr val="FBAE40"/>
          </p15:clr>
        </p15:guide>
        <p15:guide id="34" orient="horz" pos="2075" userDrawn="1">
          <p15:clr>
            <a:srgbClr val="FBAE40"/>
          </p15:clr>
        </p15:guide>
        <p15:guide id="35" orient="horz" pos="2489" userDrawn="1">
          <p15:clr>
            <a:srgbClr val="FBAE40"/>
          </p15:clr>
        </p15:guide>
        <p15:guide id="36" orient="horz" pos="2559" userDrawn="1">
          <p15:clr>
            <a:srgbClr val="FBAE40"/>
          </p15:clr>
        </p15:guide>
        <p15:guide id="37" orient="horz" pos="2973" userDrawn="1">
          <p15:clr>
            <a:srgbClr val="FBAE40"/>
          </p15:clr>
        </p15:guide>
        <p15:guide id="38" orient="horz" pos="3039" userDrawn="1">
          <p15:clr>
            <a:srgbClr val="FBAE40"/>
          </p15:clr>
        </p15:guide>
        <p15:guide id="39" orient="horz" pos="3456" userDrawn="1">
          <p15:clr>
            <a:srgbClr val="FBAE40"/>
          </p15:clr>
        </p15:guide>
        <p15:guide id="40" orient="horz" pos="352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8F1FC366-EDE7-B34D-AA10-FD2D11224B5F}"/>
              </a:ext>
            </a:extLst>
          </p:cNvPr>
          <p:cNvSpPr/>
          <p:nvPr userDrawn="1"/>
        </p:nvSpPr>
        <p:spPr>
          <a:xfrm flipH="1">
            <a:off x="2935149" y="226726"/>
            <a:ext cx="0" cy="6026437"/>
          </a:xfrm>
          <a:prstGeom prst="line">
            <a:avLst/>
          </a:prstGeom>
          <a:ln w="9525">
            <a:solidFill>
              <a:schemeClr val="bg1"/>
            </a:solidFill>
          </a:ln>
        </p:spPr>
        <p:txBody>
          <a:bodyPr lIns="26199" rIns="26199"/>
          <a:lstStyle/>
          <a:p>
            <a:endParaRPr sz="591"/>
          </a:p>
        </p:txBody>
      </p:sp>
      <p:sp>
        <p:nvSpPr>
          <p:cNvPr id="9" name="Title Text">
            <a:extLst>
              <a:ext uri="{FF2B5EF4-FFF2-40B4-BE49-F238E27FC236}">
                <a16:creationId xmlns:a16="http://schemas.microsoft.com/office/drawing/2014/main" id="{6C2F390C-66E5-E240-8362-17F4793896FA}"/>
              </a:ext>
            </a:extLst>
          </p:cNvPr>
          <p:cNvSpPr txBox="1">
            <a:spLocks noGrp="1"/>
          </p:cNvSpPr>
          <p:nvPr>
            <p:ph type="title" hasCustomPrompt="1"/>
          </p:nvPr>
        </p:nvSpPr>
        <p:spPr>
          <a:xfrm>
            <a:off x="3045018" y="1735012"/>
            <a:ext cx="3765347" cy="2216276"/>
          </a:xfrm>
          <a:prstGeom prst="rect">
            <a:avLst/>
          </a:prstGeom>
        </p:spPr>
        <p:txBody>
          <a:bodyPr lIns="0" rIns="0" anchor="t">
            <a:noAutofit/>
          </a:bodyPr>
          <a:lstStyle>
            <a:lvl1pPr fontAlgn="t">
              <a:lnSpc>
                <a:spcPts val="3911"/>
              </a:lnSpc>
              <a:defRPr sz="4699" baseline="0">
                <a:solidFill>
                  <a:schemeClr val="bg1"/>
                </a:solidFill>
                <a:latin typeface="Olympic Headline" pitchFamily="2" charset="77"/>
              </a:defRPr>
            </a:lvl1pPr>
          </a:lstStyle>
          <a:p>
            <a:r>
              <a:rPr lang="en-GB" noProof="0"/>
              <a:t>Document or report cover title</a:t>
            </a:r>
          </a:p>
        </p:txBody>
      </p:sp>
      <p:sp>
        <p:nvSpPr>
          <p:cNvPr id="10" name="object 3">
            <a:extLst>
              <a:ext uri="{FF2B5EF4-FFF2-40B4-BE49-F238E27FC236}">
                <a16:creationId xmlns:a16="http://schemas.microsoft.com/office/drawing/2014/main" id="{6E6DA3AE-6650-C24C-A97F-2357F33E024C}"/>
              </a:ext>
            </a:extLst>
          </p:cNvPr>
          <p:cNvSpPr txBox="1"/>
          <p:nvPr userDrawn="1"/>
        </p:nvSpPr>
        <p:spPr>
          <a:xfrm>
            <a:off x="3035300"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solidFill>
                  <a:schemeClr val="bg1"/>
                </a:solidFill>
                <a:latin typeface="Olympic Sans" panose="020B0504040202060203" pitchFamily="34" charset="0"/>
              </a:rPr>
              <a:t>International</a:t>
            </a:r>
            <a:r>
              <a:rPr sz="1700" spc="30" baseline="0">
                <a:solidFill>
                  <a:schemeClr val="bg1"/>
                </a:solidFill>
                <a:latin typeface="Olympic Sans" panose="020B0504040202060203" pitchFamily="34" charset="0"/>
              </a:rPr>
              <a:t>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Olympic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Committee</a:t>
            </a:r>
          </a:p>
        </p:txBody>
      </p:sp>
      <p:sp>
        <p:nvSpPr>
          <p:cNvPr id="14" name="Text Placeholder 3">
            <a:extLst>
              <a:ext uri="{FF2B5EF4-FFF2-40B4-BE49-F238E27FC236}">
                <a16:creationId xmlns:a16="http://schemas.microsoft.com/office/drawing/2014/main" id="{DAF0A941-C78F-3C44-8E90-D2F3CDD8C8B4}"/>
              </a:ext>
            </a:extLst>
          </p:cNvPr>
          <p:cNvSpPr>
            <a:spLocks noGrp="1"/>
          </p:cNvSpPr>
          <p:nvPr>
            <p:ph type="body" sz="half" idx="11" hasCustomPrompt="1"/>
          </p:nvPr>
        </p:nvSpPr>
        <p:spPr>
          <a:xfrm>
            <a:off x="3043418" y="5573221"/>
            <a:ext cx="3557715" cy="496576"/>
          </a:xfrm>
        </p:spPr>
        <p:txBody>
          <a:bodyPr lIns="0" tIns="0" rIns="0" bIns="0" anchor="t" anchorCtr="0">
            <a:noAutofit/>
          </a:bodyPr>
          <a:lstStyle>
            <a:lvl1pPr marL="0" indent="0">
              <a:lnSpc>
                <a:spcPct val="96000"/>
              </a:lnSpc>
              <a:spcBef>
                <a:spcPts val="0"/>
              </a:spcBef>
              <a:buNone/>
              <a:defRPr sz="1700" b="0" i="0">
                <a:solidFill>
                  <a:schemeClr val="bg2"/>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1" name="Picture 10">
            <a:extLst>
              <a:ext uri="{FF2B5EF4-FFF2-40B4-BE49-F238E27FC236}">
                <a16:creationId xmlns:a16="http://schemas.microsoft.com/office/drawing/2014/main" id="{87B654D2-15CD-7845-AC65-5C7EC03279AE}"/>
              </a:ext>
            </a:extLst>
          </p:cNvPr>
          <p:cNvPicPr>
            <a:picLocks noChangeAspect="1"/>
          </p:cNvPicPr>
          <p:nvPr userDrawn="1"/>
        </p:nvPicPr>
        <p:blipFill>
          <a:blip r:embed="rId3"/>
          <a:stretch>
            <a:fillRect/>
          </a:stretch>
        </p:blipFill>
        <p:spPr>
          <a:xfrm>
            <a:off x="109389" y="109814"/>
            <a:ext cx="1678147" cy="896284"/>
          </a:xfrm>
          <a:prstGeom prst="rect">
            <a:avLst/>
          </a:prstGeom>
        </p:spPr>
      </p:pic>
      <p:sp>
        <p:nvSpPr>
          <p:cNvPr id="12" name="Text Placeholder 3">
            <a:extLst>
              <a:ext uri="{FF2B5EF4-FFF2-40B4-BE49-F238E27FC236}">
                <a16:creationId xmlns:a16="http://schemas.microsoft.com/office/drawing/2014/main" id="{AF7BCCE0-C59D-D94A-ABE1-33556F9C132F}"/>
              </a:ext>
            </a:extLst>
          </p:cNvPr>
          <p:cNvSpPr>
            <a:spLocks noGrp="1"/>
          </p:cNvSpPr>
          <p:nvPr>
            <p:ph type="body" sz="half" idx="12" hasCustomPrompt="1"/>
          </p:nvPr>
        </p:nvSpPr>
        <p:spPr>
          <a:xfrm>
            <a:off x="3043423"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361632474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3" userDrawn="1">
          <p15:clr>
            <a:srgbClr val="FBAE40"/>
          </p15:clr>
        </p15:guide>
        <p15:guide id="14" pos="3105">
          <p15:clr>
            <a:srgbClr val="FBAE40"/>
          </p15:clr>
        </p15:guide>
        <p15:guide id="15" pos="3557">
          <p15:clr>
            <a:srgbClr val="FBAE40"/>
          </p15:clr>
        </p15:guide>
        <p15:guide id="16" pos="3697">
          <p15:clr>
            <a:srgbClr val="FBAE40"/>
          </p15:clr>
        </p15:guide>
        <p15:guide id="17" pos="4150" userDrawn="1">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userDrawn="1">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8F1FC366-EDE7-B34D-AA10-FD2D11224B5F}"/>
              </a:ext>
            </a:extLst>
          </p:cNvPr>
          <p:cNvSpPr/>
          <p:nvPr userDrawn="1"/>
        </p:nvSpPr>
        <p:spPr>
          <a:xfrm flipH="1">
            <a:off x="2935149" y="226726"/>
            <a:ext cx="0" cy="6026437"/>
          </a:xfrm>
          <a:prstGeom prst="line">
            <a:avLst/>
          </a:prstGeom>
          <a:ln w="9525">
            <a:solidFill>
              <a:schemeClr val="tx2"/>
            </a:solidFill>
          </a:ln>
        </p:spPr>
        <p:txBody>
          <a:bodyPr lIns="26199" rIns="26199"/>
          <a:lstStyle/>
          <a:p>
            <a:endParaRPr sz="591"/>
          </a:p>
        </p:txBody>
      </p:sp>
      <p:sp>
        <p:nvSpPr>
          <p:cNvPr id="9" name="Title Text">
            <a:extLst>
              <a:ext uri="{FF2B5EF4-FFF2-40B4-BE49-F238E27FC236}">
                <a16:creationId xmlns:a16="http://schemas.microsoft.com/office/drawing/2014/main" id="{6C2F390C-66E5-E240-8362-17F4793896FA}"/>
              </a:ext>
            </a:extLst>
          </p:cNvPr>
          <p:cNvSpPr txBox="1">
            <a:spLocks noGrp="1"/>
          </p:cNvSpPr>
          <p:nvPr>
            <p:ph type="title" hasCustomPrompt="1"/>
          </p:nvPr>
        </p:nvSpPr>
        <p:spPr>
          <a:xfrm>
            <a:off x="3045018" y="1735012"/>
            <a:ext cx="3765347" cy="2216276"/>
          </a:xfrm>
          <a:prstGeom prst="rect">
            <a:avLst/>
          </a:prstGeom>
        </p:spPr>
        <p:txBody>
          <a:bodyPr lIns="0" rIns="0" anchor="t">
            <a:noAutofit/>
          </a:bodyPr>
          <a:lstStyle>
            <a:lvl1pPr fontAlgn="t">
              <a:lnSpc>
                <a:spcPts val="3911"/>
              </a:lnSpc>
              <a:defRPr sz="4699" baseline="0">
                <a:solidFill>
                  <a:schemeClr val="tx1"/>
                </a:solidFill>
                <a:latin typeface="Olympic Headline" pitchFamily="2" charset="77"/>
              </a:defRPr>
            </a:lvl1pPr>
          </a:lstStyle>
          <a:p>
            <a:r>
              <a:rPr lang="en-GB" noProof="0"/>
              <a:t>Document or report cover title</a:t>
            </a:r>
          </a:p>
        </p:txBody>
      </p:sp>
      <p:sp>
        <p:nvSpPr>
          <p:cNvPr id="10" name="object 3">
            <a:extLst>
              <a:ext uri="{FF2B5EF4-FFF2-40B4-BE49-F238E27FC236}">
                <a16:creationId xmlns:a16="http://schemas.microsoft.com/office/drawing/2014/main" id="{6E6DA3AE-6650-C24C-A97F-2357F33E024C}"/>
              </a:ext>
            </a:extLst>
          </p:cNvPr>
          <p:cNvSpPr txBox="1"/>
          <p:nvPr userDrawn="1"/>
        </p:nvSpPr>
        <p:spPr>
          <a:xfrm>
            <a:off x="3035300"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solidFill>
                  <a:schemeClr val="tx1"/>
                </a:solidFill>
                <a:latin typeface="Olympic Sans" panose="020B0504040202060203" pitchFamily="34" charset="0"/>
              </a:rPr>
              <a:t>International</a:t>
            </a:r>
            <a:r>
              <a:rPr sz="1700" spc="30" baseline="0">
                <a:solidFill>
                  <a:schemeClr val="tx1"/>
                </a:solidFill>
                <a:latin typeface="Olympic Sans" panose="020B0504040202060203" pitchFamily="34" charset="0"/>
              </a:rPr>
              <a:t>  </a:t>
            </a:r>
            <a:br>
              <a:rPr lang="en-CA" sz="1700" spc="30" baseline="0">
                <a:solidFill>
                  <a:schemeClr val="tx1"/>
                </a:solidFill>
                <a:latin typeface="Olympic Sans" panose="020B0504040202060203" pitchFamily="34" charset="0"/>
              </a:rPr>
            </a:br>
            <a:r>
              <a:rPr sz="1700" spc="30" baseline="0">
                <a:solidFill>
                  <a:schemeClr val="tx1"/>
                </a:solidFill>
                <a:latin typeface="Olympic Sans" panose="020B0504040202060203" pitchFamily="34" charset="0"/>
              </a:rPr>
              <a:t>Olympic  </a:t>
            </a:r>
            <a:br>
              <a:rPr lang="en-CA" sz="1700" spc="30" baseline="0">
                <a:solidFill>
                  <a:schemeClr val="tx1"/>
                </a:solidFill>
                <a:latin typeface="Olympic Sans" panose="020B0504040202060203" pitchFamily="34" charset="0"/>
              </a:rPr>
            </a:br>
            <a:r>
              <a:rPr sz="1700" spc="30" baseline="0">
                <a:solidFill>
                  <a:schemeClr val="tx1"/>
                </a:solidFill>
                <a:latin typeface="Olympic Sans" panose="020B0504040202060203" pitchFamily="34" charset="0"/>
              </a:rPr>
              <a:t>Committee</a:t>
            </a:r>
          </a:p>
        </p:txBody>
      </p:sp>
      <p:sp>
        <p:nvSpPr>
          <p:cNvPr id="14" name="Text Placeholder 3">
            <a:extLst>
              <a:ext uri="{FF2B5EF4-FFF2-40B4-BE49-F238E27FC236}">
                <a16:creationId xmlns:a16="http://schemas.microsoft.com/office/drawing/2014/main" id="{DAF0A941-C78F-3C44-8E90-D2F3CDD8C8B4}"/>
              </a:ext>
            </a:extLst>
          </p:cNvPr>
          <p:cNvSpPr>
            <a:spLocks noGrp="1"/>
          </p:cNvSpPr>
          <p:nvPr>
            <p:ph type="body" sz="half" idx="11" hasCustomPrompt="1"/>
          </p:nvPr>
        </p:nvSpPr>
        <p:spPr>
          <a:xfrm>
            <a:off x="3043418" y="5573221"/>
            <a:ext cx="3557715" cy="496576"/>
          </a:xfrm>
        </p:spPr>
        <p:txBody>
          <a:bodyPr lIns="0" tIns="0" rIns="0" bIns="0" anchor="t" anchorCtr="0">
            <a:noAutofit/>
          </a:bodyPr>
          <a:lstStyle>
            <a:lvl1pPr marL="0" indent="0">
              <a:lnSpc>
                <a:spcPct val="96000"/>
              </a:lnSpc>
              <a:spcBef>
                <a:spcPts val="0"/>
              </a:spcBef>
              <a:buNone/>
              <a:defRPr sz="1700" b="0" i="0">
                <a:solidFill>
                  <a:schemeClr val="tx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5" name="Picture 14">
            <a:extLst>
              <a:ext uri="{FF2B5EF4-FFF2-40B4-BE49-F238E27FC236}">
                <a16:creationId xmlns:a16="http://schemas.microsoft.com/office/drawing/2014/main" id="{9DEF355A-19BB-D346-85BF-CA1D4D5E6137}"/>
              </a:ext>
            </a:extLst>
          </p:cNvPr>
          <p:cNvPicPr>
            <a:picLocks noChangeAspect="1"/>
          </p:cNvPicPr>
          <p:nvPr userDrawn="1"/>
        </p:nvPicPr>
        <p:blipFill>
          <a:blip r:embed="rId3"/>
          <a:stretch>
            <a:fillRect/>
          </a:stretch>
        </p:blipFill>
        <p:spPr>
          <a:xfrm>
            <a:off x="102958" y="110398"/>
            <a:ext cx="1681597" cy="898125"/>
          </a:xfrm>
          <a:prstGeom prst="rect">
            <a:avLst/>
          </a:prstGeom>
        </p:spPr>
      </p:pic>
      <p:sp>
        <p:nvSpPr>
          <p:cNvPr id="11" name="Text Placeholder 3">
            <a:extLst>
              <a:ext uri="{FF2B5EF4-FFF2-40B4-BE49-F238E27FC236}">
                <a16:creationId xmlns:a16="http://schemas.microsoft.com/office/drawing/2014/main" id="{336219CB-1939-6D4E-B36C-F16799807EAB}"/>
              </a:ext>
            </a:extLst>
          </p:cNvPr>
          <p:cNvSpPr>
            <a:spLocks noGrp="1"/>
          </p:cNvSpPr>
          <p:nvPr>
            <p:ph type="body" sz="half" idx="12" hasCustomPrompt="1"/>
          </p:nvPr>
        </p:nvSpPr>
        <p:spPr>
          <a:xfrm>
            <a:off x="3043423"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tx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353807462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3" userDrawn="1">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ternate cover whi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0807" y="226726"/>
            <a:ext cx="0" cy="6026437"/>
          </a:xfrm>
          <a:prstGeom prst="line">
            <a:avLst/>
          </a:prstGeom>
          <a:ln w="9525">
            <a:solidFill>
              <a:srgbClr val="141414"/>
            </a:solidFill>
          </a:ln>
        </p:spPr>
        <p:txBody>
          <a:bodyPr lIns="26199" rIns="26199"/>
          <a:lstStyle/>
          <a:p>
            <a:endParaRPr sz="591"/>
          </a:p>
        </p:txBody>
      </p:sp>
      <p:sp>
        <p:nvSpPr>
          <p:cNvPr id="10" name="Title Text">
            <a:extLst>
              <a:ext uri="{FF2B5EF4-FFF2-40B4-BE49-F238E27FC236}">
                <a16:creationId xmlns:a16="http://schemas.microsoft.com/office/drawing/2014/main" id="{B92C6C0B-08C0-4440-A54B-3CB44A5F238A}"/>
              </a:ext>
            </a:extLst>
          </p:cNvPr>
          <p:cNvSpPr txBox="1">
            <a:spLocks noGrp="1"/>
          </p:cNvSpPr>
          <p:nvPr>
            <p:ph type="title" hasCustomPrompt="1"/>
          </p:nvPr>
        </p:nvSpPr>
        <p:spPr>
          <a:xfrm>
            <a:off x="3977479" y="224954"/>
            <a:ext cx="7320756" cy="4494684"/>
          </a:xfrm>
          <a:prstGeom prst="rect">
            <a:avLst/>
          </a:prstGeom>
        </p:spPr>
        <p:txBody>
          <a:bodyPr wrap="square" lIns="0" tIns="144000" rIns="0" bIns="36000" anchor="t">
            <a:noAutofit/>
          </a:bodyPr>
          <a:lstStyle>
            <a:lvl1pPr fontAlgn="t">
              <a:lnSpc>
                <a:spcPts val="12089"/>
              </a:lnSpc>
              <a:defRPr sz="16043" baseline="0">
                <a:latin typeface="Olympic Headline Condensed" pitchFamily="2" charset="77"/>
              </a:defRPr>
            </a:lvl1pPr>
          </a:lstStyle>
          <a:p>
            <a:r>
              <a:rPr lang="en-GB" noProof="0"/>
              <a:t>DOCUMENT</a:t>
            </a:r>
            <a:br>
              <a:rPr lang="en-GB" noProof="0"/>
            </a:br>
            <a:r>
              <a:rPr lang="en-GB" noProof="0"/>
              <a:t>REPORT TITLE</a:t>
            </a:r>
          </a:p>
        </p:txBody>
      </p:sp>
      <p:sp>
        <p:nvSpPr>
          <p:cNvPr id="11" name="object 3">
            <a:extLst>
              <a:ext uri="{FF2B5EF4-FFF2-40B4-BE49-F238E27FC236}">
                <a16:creationId xmlns:a16="http://schemas.microsoft.com/office/drawing/2014/main" id="{BD773B25-EA17-5942-885E-D9DEE0D74D6D}"/>
              </a:ext>
            </a:extLst>
          </p:cNvPr>
          <p:cNvSpPr txBox="1"/>
          <p:nvPr userDrawn="1"/>
        </p:nvSpPr>
        <p:spPr>
          <a:xfrm>
            <a:off x="212725" y="5574732"/>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lang="en-GB" sz="1700" spc="10" baseline="0" noProof="0">
                <a:latin typeface="Olympic Sans" panose="020B0504040202060203" pitchFamily="34" charset="0"/>
              </a:rPr>
              <a:t>International</a:t>
            </a:r>
            <a:r>
              <a:rPr lang="en-GB" sz="1700" spc="30" baseline="0" noProof="0">
                <a:latin typeface="Olympic Sans" panose="020B0504040202060203" pitchFamily="34" charset="0"/>
              </a:rPr>
              <a:t>  </a:t>
            </a:r>
            <a:br>
              <a:rPr lang="en-GB" sz="1700" spc="30" baseline="0" noProof="0">
                <a:latin typeface="Olympic Sans" panose="020B0504040202060203" pitchFamily="34" charset="0"/>
              </a:rPr>
            </a:br>
            <a:r>
              <a:rPr lang="en-GB" sz="1700" spc="30" baseline="0" noProof="0">
                <a:latin typeface="Olympic Sans" panose="020B0504040202060203" pitchFamily="34" charset="0"/>
              </a:rPr>
              <a:t>Olympic  </a:t>
            </a:r>
            <a:br>
              <a:rPr lang="en-GB" sz="1700" spc="30" baseline="0" noProof="0">
                <a:latin typeface="Olympic Sans" panose="020B0504040202060203" pitchFamily="34" charset="0"/>
              </a:rPr>
            </a:br>
            <a:r>
              <a:rPr lang="en-GB" sz="1700" spc="30" baseline="0" noProof="0">
                <a:latin typeface="Olympic Sans" panose="020B0504040202060203" pitchFamily="34" charset="0"/>
              </a:rPr>
              <a:t>Committee</a:t>
            </a:r>
          </a:p>
        </p:txBody>
      </p:sp>
      <p:sp>
        <p:nvSpPr>
          <p:cNvPr id="8" name="Text Placeholder 3">
            <a:extLst>
              <a:ext uri="{FF2B5EF4-FFF2-40B4-BE49-F238E27FC236}">
                <a16:creationId xmlns:a16="http://schemas.microsoft.com/office/drawing/2014/main" id="{9570E8AE-2731-C540-B22C-96764635FBD6}"/>
              </a:ext>
            </a:extLst>
          </p:cNvPr>
          <p:cNvSpPr>
            <a:spLocks noGrp="1"/>
          </p:cNvSpPr>
          <p:nvPr>
            <p:ph type="body" sz="half" idx="11" hasCustomPrompt="1"/>
          </p:nvPr>
        </p:nvSpPr>
        <p:spPr>
          <a:xfrm>
            <a:off x="3985565"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2" name="Picture 11">
            <a:extLst>
              <a:ext uri="{FF2B5EF4-FFF2-40B4-BE49-F238E27FC236}">
                <a16:creationId xmlns:a16="http://schemas.microsoft.com/office/drawing/2014/main" id="{84EF2934-2810-B142-AA37-30B6ED554CBB}"/>
              </a:ext>
            </a:extLst>
          </p:cNvPr>
          <p:cNvPicPr>
            <a:picLocks noChangeAspect="1"/>
          </p:cNvPicPr>
          <p:nvPr userDrawn="1"/>
        </p:nvPicPr>
        <p:blipFill>
          <a:blip r:embed="rId2"/>
          <a:stretch>
            <a:fillRect/>
          </a:stretch>
        </p:blipFill>
        <p:spPr>
          <a:xfrm>
            <a:off x="-18853" y="-18852"/>
            <a:ext cx="3609459" cy="1927780"/>
          </a:xfrm>
          <a:prstGeom prst="rect">
            <a:avLst/>
          </a:prstGeom>
        </p:spPr>
      </p:pic>
      <p:sp>
        <p:nvSpPr>
          <p:cNvPr id="9" name="Text Placeholder 3">
            <a:extLst>
              <a:ext uri="{FF2B5EF4-FFF2-40B4-BE49-F238E27FC236}">
                <a16:creationId xmlns:a16="http://schemas.microsoft.com/office/drawing/2014/main" id="{7FF5466D-4E0A-084A-B04F-EFFFB0CB35F1}"/>
              </a:ext>
            </a:extLst>
          </p:cNvPr>
          <p:cNvSpPr>
            <a:spLocks noGrp="1"/>
          </p:cNvSpPr>
          <p:nvPr>
            <p:ph type="body" sz="half" idx="12" hasCustomPrompt="1"/>
          </p:nvPr>
        </p:nvSpPr>
        <p:spPr>
          <a:xfrm>
            <a:off x="3984483"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tx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256749349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ternate cover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0807" y="226726"/>
            <a:ext cx="0" cy="6026437"/>
          </a:xfrm>
          <a:prstGeom prst="line">
            <a:avLst/>
          </a:prstGeom>
          <a:ln w="9525">
            <a:solidFill>
              <a:schemeClr val="bg1"/>
            </a:solidFill>
          </a:ln>
        </p:spPr>
        <p:txBody>
          <a:bodyPr lIns="26199" rIns="26199"/>
          <a:lstStyle/>
          <a:p>
            <a:endParaRPr sz="591"/>
          </a:p>
        </p:txBody>
      </p:sp>
      <p:sp>
        <p:nvSpPr>
          <p:cNvPr id="10" name="Title Text">
            <a:extLst>
              <a:ext uri="{FF2B5EF4-FFF2-40B4-BE49-F238E27FC236}">
                <a16:creationId xmlns:a16="http://schemas.microsoft.com/office/drawing/2014/main" id="{B92C6C0B-08C0-4440-A54B-3CB44A5F238A}"/>
              </a:ext>
            </a:extLst>
          </p:cNvPr>
          <p:cNvSpPr txBox="1">
            <a:spLocks noGrp="1"/>
          </p:cNvSpPr>
          <p:nvPr>
            <p:ph type="title" hasCustomPrompt="1"/>
          </p:nvPr>
        </p:nvSpPr>
        <p:spPr>
          <a:xfrm>
            <a:off x="3977479" y="224954"/>
            <a:ext cx="7320756" cy="4494684"/>
          </a:xfrm>
          <a:prstGeom prst="rect">
            <a:avLst/>
          </a:prstGeom>
        </p:spPr>
        <p:txBody>
          <a:bodyPr wrap="square" lIns="0" tIns="144000" rIns="0" bIns="36000" anchor="t">
            <a:noAutofit/>
          </a:bodyPr>
          <a:lstStyle>
            <a:lvl1pPr fontAlgn="t">
              <a:lnSpc>
                <a:spcPts val="12089"/>
              </a:lnSpc>
              <a:defRPr sz="16043" baseline="0">
                <a:solidFill>
                  <a:schemeClr val="bg1"/>
                </a:solidFill>
                <a:latin typeface="Olympic Headline Condensed" pitchFamily="2" charset="77"/>
              </a:defRPr>
            </a:lvl1pPr>
          </a:lstStyle>
          <a:p>
            <a:r>
              <a:rPr lang="en-GB" noProof="0"/>
              <a:t>DOCUMENT</a:t>
            </a:r>
            <a:br>
              <a:rPr lang="en-GB" noProof="0"/>
            </a:br>
            <a:r>
              <a:rPr lang="en-GB" noProof="0"/>
              <a:t>REPORT TITLE</a:t>
            </a:r>
          </a:p>
        </p:txBody>
      </p:sp>
      <p:sp>
        <p:nvSpPr>
          <p:cNvPr id="11" name="object 3">
            <a:extLst>
              <a:ext uri="{FF2B5EF4-FFF2-40B4-BE49-F238E27FC236}">
                <a16:creationId xmlns:a16="http://schemas.microsoft.com/office/drawing/2014/main" id="{BD773B25-EA17-5942-885E-D9DEE0D74D6D}"/>
              </a:ext>
            </a:extLst>
          </p:cNvPr>
          <p:cNvSpPr txBox="1"/>
          <p:nvPr userDrawn="1"/>
        </p:nvSpPr>
        <p:spPr>
          <a:xfrm>
            <a:off x="212725" y="5574732"/>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solidFill>
                  <a:schemeClr val="bg1"/>
                </a:solidFill>
                <a:latin typeface="Olympic Sans" panose="020B0504040202060203" pitchFamily="34" charset="0"/>
              </a:rPr>
              <a:t>International</a:t>
            </a:r>
            <a:r>
              <a:rPr sz="1700" spc="30" baseline="0">
                <a:solidFill>
                  <a:schemeClr val="bg1"/>
                </a:solidFill>
                <a:latin typeface="Olympic Sans" panose="020B0504040202060203" pitchFamily="34" charset="0"/>
              </a:rPr>
              <a:t>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Olympic  </a:t>
            </a:r>
            <a:br>
              <a:rPr lang="en-CA" sz="1700" spc="30" baseline="0">
                <a:solidFill>
                  <a:schemeClr val="bg1"/>
                </a:solidFill>
                <a:latin typeface="Olympic Sans" panose="020B0504040202060203" pitchFamily="34" charset="0"/>
              </a:rPr>
            </a:br>
            <a:r>
              <a:rPr sz="1700" spc="30" baseline="0">
                <a:solidFill>
                  <a:schemeClr val="bg1"/>
                </a:solidFill>
                <a:latin typeface="Olympic Sans" panose="020B0504040202060203" pitchFamily="34" charset="0"/>
              </a:rPr>
              <a:t>Committee</a:t>
            </a:r>
          </a:p>
        </p:txBody>
      </p:sp>
      <p:sp>
        <p:nvSpPr>
          <p:cNvPr id="8" name="Text Placeholder 3">
            <a:extLst>
              <a:ext uri="{FF2B5EF4-FFF2-40B4-BE49-F238E27FC236}">
                <a16:creationId xmlns:a16="http://schemas.microsoft.com/office/drawing/2014/main" id="{9570E8AE-2731-C540-B22C-96764635FBD6}"/>
              </a:ext>
            </a:extLst>
          </p:cNvPr>
          <p:cNvSpPr>
            <a:spLocks noGrp="1"/>
          </p:cNvSpPr>
          <p:nvPr>
            <p:ph type="body" sz="half" idx="11" hasCustomPrompt="1"/>
          </p:nvPr>
        </p:nvSpPr>
        <p:spPr>
          <a:xfrm>
            <a:off x="3989214" y="5573221"/>
            <a:ext cx="3557715" cy="496576"/>
          </a:xfrm>
        </p:spPr>
        <p:txBody>
          <a:bodyPr lIns="0" tIns="0" rIns="0" bIns="0" anchor="t" anchorCtr="0">
            <a:noAutofit/>
          </a:bodyPr>
          <a:lstStyle>
            <a:lvl1pPr marL="0" indent="0">
              <a:lnSpc>
                <a:spcPct val="96000"/>
              </a:lnSpc>
              <a:spcBef>
                <a:spcPts val="0"/>
              </a:spcBef>
              <a:buNone/>
              <a:defRPr sz="17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2" name="Picture 11">
            <a:extLst>
              <a:ext uri="{FF2B5EF4-FFF2-40B4-BE49-F238E27FC236}">
                <a16:creationId xmlns:a16="http://schemas.microsoft.com/office/drawing/2014/main" id="{EA7D891D-5331-8848-93A6-67E7AC9A03D4}"/>
              </a:ext>
            </a:extLst>
          </p:cNvPr>
          <p:cNvPicPr>
            <a:picLocks noChangeAspect="1"/>
          </p:cNvPicPr>
          <p:nvPr userDrawn="1"/>
        </p:nvPicPr>
        <p:blipFill>
          <a:blip r:embed="rId3"/>
          <a:stretch>
            <a:fillRect/>
          </a:stretch>
        </p:blipFill>
        <p:spPr>
          <a:xfrm>
            <a:off x="-23247" y="-22892"/>
            <a:ext cx="3626594" cy="1936932"/>
          </a:xfrm>
          <a:prstGeom prst="rect">
            <a:avLst/>
          </a:prstGeom>
        </p:spPr>
      </p:pic>
      <p:sp>
        <p:nvSpPr>
          <p:cNvPr id="13" name="Text Placeholder 3">
            <a:extLst>
              <a:ext uri="{FF2B5EF4-FFF2-40B4-BE49-F238E27FC236}">
                <a16:creationId xmlns:a16="http://schemas.microsoft.com/office/drawing/2014/main" id="{40AA8C07-9874-044E-83AA-59EA23F35D2B}"/>
              </a:ext>
            </a:extLst>
          </p:cNvPr>
          <p:cNvSpPr>
            <a:spLocks noGrp="1"/>
          </p:cNvSpPr>
          <p:nvPr>
            <p:ph type="body" sz="half" idx="12" hasCustomPrompt="1"/>
          </p:nvPr>
        </p:nvSpPr>
        <p:spPr>
          <a:xfrm>
            <a:off x="3988132"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53122221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ternate cover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6083E3E-B425-8748-B63A-5F2AEAB5D003}"/>
              </a:ext>
            </a:extLst>
          </p:cNvPr>
          <p:cNvPicPr>
            <a:picLocks noChangeAspect="1"/>
          </p:cNvPicPr>
          <p:nvPr userDrawn="1"/>
        </p:nvPicPr>
        <p:blipFill>
          <a:blip r:embed="rId3"/>
          <a:stretch>
            <a:fillRect/>
          </a:stretch>
        </p:blipFill>
        <p:spPr>
          <a:xfrm>
            <a:off x="-13808" y="-14749"/>
            <a:ext cx="3604414" cy="1925083"/>
          </a:xfrm>
          <a:prstGeom prst="rect">
            <a:avLst/>
          </a:prstGeom>
        </p:spPr>
      </p:pic>
      <p:sp>
        <p:nvSpPr>
          <p:cNvPr id="13" name="object 2">
            <a:extLst>
              <a:ext uri="{FF2B5EF4-FFF2-40B4-BE49-F238E27FC236}">
                <a16:creationId xmlns:a16="http://schemas.microsoft.com/office/drawing/2014/main" id="{B89B2350-CD73-FD42-AA97-BC4773153DC6}"/>
              </a:ext>
            </a:extLst>
          </p:cNvPr>
          <p:cNvSpPr/>
          <p:nvPr userDrawn="1"/>
        </p:nvSpPr>
        <p:spPr>
          <a:xfrm flipH="1">
            <a:off x="3880807" y="226726"/>
            <a:ext cx="0" cy="6026437"/>
          </a:xfrm>
          <a:prstGeom prst="line">
            <a:avLst/>
          </a:prstGeom>
          <a:ln w="9525">
            <a:solidFill>
              <a:srgbClr val="141414"/>
            </a:solidFill>
          </a:ln>
        </p:spPr>
        <p:txBody>
          <a:bodyPr lIns="26199" rIns="26199"/>
          <a:lstStyle/>
          <a:p>
            <a:endParaRPr sz="591"/>
          </a:p>
        </p:txBody>
      </p:sp>
      <p:sp>
        <p:nvSpPr>
          <p:cNvPr id="15" name="Title Text">
            <a:extLst>
              <a:ext uri="{FF2B5EF4-FFF2-40B4-BE49-F238E27FC236}">
                <a16:creationId xmlns:a16="http://schemas.microsoft.com/office/drawing/2014/main" id="{F88BF7A7-0F1A-6D48-BF26-6D48AF6D1B4B}"/>
              </a:ext>
            </a:extLst>
          </p:cNvPr>
          <p:cNvSpPr txBox="1">
            <a:spLocks noGrp="1"/>
          </p:cNvSpPr>
          <p:nvPr>
            <p:ph type="title" hasCustomPrompt="1"/>
          </p:nvPr>
        </p:nvSpPr>
        <p:spPr>
          <a:xfrm>
            <a:off x="3977479" y="224954"/>
            <a:ext cx="7320756" cy="4494684"/>
          </a:xfrm>
          <a:prstGeom prst="rect">
            <a:avLst/>
          </a:prstGeom>
        </p:spPr>
        <p:txBody>
          <a:bodyPr wrap="square" lIns="0" tIns="144000" rIns="0" bIns="36000" anchor="t">
            <a:noAutofit/>
          </a:bodyPr>
          <a:lstStyle>
            <a:lvl1pPr fontAlgn="t">
              <a:lnSpc>
                <a:spcPts val="12089"/>
              </a:lnSpc>
              <a:defRPr sz="16043" baseline="0">
                <a:latin typeface="Olympic Headline Condensed" pitchFamily="2" charset="77"/>
              </a:defRPr>
            </a:lvl1pPr>
          </a:lstStyle>
          <a:p>
            <a:r>
              <a:rPr lang="en-GB" noProof="0"/>
              <a:t>DOCUMENT</a:t>
            </a:r>
            <a:br>
              <a:rPr lang="en-GB" noProof="0"/>
            </a:br>
            <a:r>
              <a:rPr lang="en-GB" noProof="0"/>
              <a:t>REPORT TITLE</a:t>
            </a:r>
          </a:p>
        </p:txBody>
      </p:sp>
      <p:sp>
        <p:nvSpPr>
          <p:cNvPr id="16" name="object 3">
            <a:extLst>
              <a:ext uri="{FF2B5EF4-FFF2-40B4-BE49-F238E27FC236}">
                <a16:creationId xmlns:a16="http://schemas.microsoft.com/office/drawing/2014/main" id="{54B9DA2D-FEF5-3B4A-8654-D8AC24ACC634}"/>
              </a:ext>
            </a:extLst>
          </p:cNvPr>
          <p:cNvSpPr txBox="1"/>
          <p:nvPr userDrawn="1"/>
        </p:nvSpPr>
        <p:spPr>
          <a:xfrm>
            <a:off x="212725" y="5574732"/>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17" name="Text Placeholder 3">
            <a:extLst>
              <a:ext uri="{FF2B5EF4-FFF2-40B4-BE49-F238E27FC236}">
                <a16:creationId xmlns:a16="http://schemas.microsoft.com/office/drawing/2014/main" id="{94548ED5-17BE-224D-8F04-9C1D45E34BF3}"/>
              </a:ext>
            </a:extLst>
          </p:cNvPr>
          <p:cNvSpPr>
            <a:spLocks noGrp="1"/>
          </p:cNvSpPr>
          <p:nvPr>
            <p:ph type="body" sz="half" idx="11" hasCustomPrompt="1"/>
          </p:nvPr>
        </p:nvSpPr>
        <p:spPr>
          <a:xfrm>
            <a:off x="3984832"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sp>
        <p:nvSpPr>
          <p:cNvPr id="10" name="Text Placeholder 3">
            <a:extLst>
              <a:ext uri="{FF2B5EF4-FFF2-40B4-BE49-F238E27FC236}">
                <a16:creationId xmlns:a16="http://schemas.microsoft.com/office/drawing/2014/main" id="{DE16BD8E-3F32-1F4D-B5FA-0C02D06F62CA}"/>
              </a:ext>
            </a:extLst>
          </p:cNvPr>
          <p:cNvSpPr>
            <a:spLocks noGrp="1"/>
          </p:cNvSpPr>
          <p:nvPr>
            <p:ph type="body" sz="half" idx="12" hasCustomPrompt="1"/>
          </p:nvPr>
        </p:nvSpPr>
        <p:spPr>
          <a:xfrm>
            <a:off x="3983750" y="6073775"/>
            <a:ext cx="3557715" cy="250825"/>
          </a:xfrm>
        </p:spPr>
        <p:txBody>
          <a:bodyPr wrap="none" lIns="0" tIns="0" rIns="0" bIns="0" anchor="b" anchorCtr="0">
            <a:noAutofit/>
          </a:bodyPr>
          <a:lstStyle>
            <a:lvl1pPr marL="0" indent="0">
              <a:lnSpc>
                <a:spcPct val="70000"/>
              </a:lnSpc>
              <a:spcBef>
                <a:spcPts val="0"/>
              </a:spcBef>
              <a:buNone/>
              <a:defRPr sz="1700" b="0" i="0">
                <a:solidFill>
                  <a:schemeClr val="tx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863834893"/>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colour or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Text">
            <a:extLst>
              <a:ext uri="{FF2B5EF4-FFF2-40B4-BE49-F238E27FC236}">
                <a16:creationId xmlns:a16="http://schemas.microsoft.com/office/drawing/2014/main" id="{EDB6B8B0-22F7-B44D-A83F-A3E5CD0E0D0A}"/>
              </a:ext>
            </a:extLst>
          </p:cNvPr>
          <p:cNvSpPr txBox="1">
            <a:spLocks noGrp="1"/>
          </p:cNvSpPr>
          <p:nvPr>
            <p:ph type="title" hasCustomPrompt="1"/>
          </p:nvPr>
        </p:nvSpPr>
        <p:spPr>
          <a:xfrm>
            <a:off x="210552" y="209777"/>
            <a:ext cx="8258762" cy="1422400"/>
          </a:xfrm>
          <a:prstGeom prst="rect">
            <a:avLst/>
          </a:prstGeom>
        </p:spPr>
        <p:txBody>
          <a:bodyPr lIns="0" anchor="t">
            <a:noAutofit/>
          </a:bodyPr>
          <a:lstStyle>
            <a:lvl1pPr fontAlgn="t">
              <a:lnSpc>
                <a:spcPts val="6017"/>
              </a:lnSpc>
              <a:defRPr sz="7392" baseline="0">
                <a:solidFill>
                  <a:schemeClr val="bg1"/>
                </a:solidFill>
                <a:latin typeface="Olympic Headline" pitchFamily="2" charset="77"/>
              </a:defRPr>
            </a:lvl1pPr>
          </a:lstStyle>
          <a:p>
            <a:r>
              <a:rPr lang="en-GB" noProof="0"/>
              <a:t>CHAPTER TITLE </a:t>
            </a:r>
            <a:br>
              <a:rPr lang="en-GB" noProof="0"/>
            </a:br>
            <a:r>
              <a:rPr lang="en-GB" noProof="0"/>
              <a:t>2 LINES MAX</a:t>
            </a:r>
          </a:p>
        </p:txBody>
      </p:sp>
      <p:pic>
        <p:nvPicPr>
          <p:cNvPr id="7" name="Picture 6">
            <a:extLst>
              <a:ext uri="{FF2B5EF4-FFF2-40B4-BE49-F238E27FC236}">
                <a16:creationId xmlns:a16="http://schemas.microsoft.com/office/drawing/2014/main" id="{828EF0C4-3F06-B744-A840-732C1979A123}"/>
              </a:ext>
            </a:extLst>
          </p:cNvPr>
          <p:cNvPicPr>
            <a:picLocks noChangeAspect="1"/>
          </p:cNvPicPr>
          <p:nvPr userDrawn="1"/>
        </p:nvPicPr>
        <p:blipFill>
          <a:blip r:embed="rId3"/>
          <a:stretch>
            <a:fillRect/>
          </a:stretch>
        </p:blipFill>
        <p:spPr>
          <a:xfrm>
            <a:off x="9732246" y="106998"/>
            <a:ext cx="1689018" cy="902089"/>
          </a:xfrm>
          <a:prstGeom prst="rect">
            <a:avLst/>
          </a:prstGeom>
        </p:spPr>
      </p:pic>
    </p:spTree>
    <p:extLst>
      <p:ext uri="{BB962C8B-B14F-4D97-AF65-F5344CB8AC3E}">
        <p14:creationId xmlns:p14="http://schemas.microsoft.com/office/powerpoint/2010/main" val="267173075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06571794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055846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49597601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4039598733"/>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41982427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or colour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bg1"/>
                </a:solidFill>
                <a:latin typeface="Olympic Sans" panose="020B0504040202060203" pitchFamily="34" charset="77"/>
              </a:rPr>
              <a:pPr algn="r"/>
              <a:t>‹#›</a:t>
            </a:fld>
            <a:endParaRPr lang="en-US" sz="1100">
              <a:solidFill>
                <a:schemeClr val="bg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bg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94FB76A8-B7BF-C34A-A32A-A6860B5E9F48}"/>
              </a:ext>
            </a:extLst>
          </p:cNvPr>
          <p:cNvPicPr>
            <a:picLocks noChangeAspect="1"/>
          </p:cNvPicPr>
          <p:nvPr userDrawn="1"/>
        </p:nvPicPr>
        <p:blipFill>
          <a:blip r:embed="rId3"/>
          <a:stretch>
            <a:fillRect/>
          </a:stretch>
        </p:blipFill>
        <p:spPr>
          <a:xfrm>
            <a:off x="10277679" y="154222"/>
            <a:ext cx="1090409" cy="582378"/>
          </a:xfrm>
          <a:prstGeom prst="rect">
            <a:avLst/>
          </a:prstGeom>
        </p:spPr>
      </p:pic>
      <p:sp>
        <p:nvSpPr>
          <p:cNvPr id="9" name="Content Placeholder 2">
            <a:extLst>
              <a:ext uri="{FF2B5EF4-FFF2-40B4-BE49-F238E27FC236}">
                <a16:creationId xmlns:a16="http://schemas.microsoft.com/office/drawing/2014/main" id="{7CDD2DAA-9FC9-B24E-AF4C-6353A1BD7F03}"/>
              </a:ext>
            </a:extLst>
          </p:cNvPr>
          <p:cNvSpPr>
            <a:spLocks noGrp="1"/>
          </p:cNvSpPr>
          <p:nvPr>
            <p:ph sz="quarter" idx="10"/>
          </p:nvPr>
        </p:nvSpPr>
        <p:spPr>
          <a:xfrm>
            <a:off x="213696" y="1741466"/>
            <a:ext cx="5433042" cy="3744934"/>
          </a:xfrm>
        </p:spPr>
        <p:txBody>
          <a:bodyPr wrap="square" lIns="0" tIns="0" rIns="0" bIns="0">
            <a:noAutofit/>
          </a:bodyPr>
          <a:lstStyle>
            <a:lvl1pPr>
              <a:defRPr sz="2000">
                <a:solidFill>
                  <a:schemeClr val="bg1"/>
                </a:solidFill>
              </a:defRPr>
            </a:lvl1pPr>
            <a:lvl2pPr marL="252000" indent="-252000">
              <a:defRPr sz="2000">
                <a:solidFill>
                  <a:schemeClr val="bg1"/>
                </a:solidFill>
              </a:defRPr>
            </a:lvl2pPr>
            <a:lvl3pPr marL="720000">
              <a:defRPr sz="2000">
                <a:solidFill>
                  <a:schemeClr val="bg1"/>
                </a:solidFill>
              </a:defRPr>
            </a:lvl3pPr>
            <a:lvl4pPr marL="1188000">
              <a:defRPr sz="2000">
                <a:solidFill>
                  <a:schemeClr val="bg1"/>
                </a:solidFill>
              </a:defRPr>
            </a:lvl4pPr>
            <a:lvl5pPr marL="1656000">
              <a:defRPr sz="2000">
                <a:solidFill>
                  <a:schemeClr val="bg1"/>
                </a:solidFill>
              </a:defRPr>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29774244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userDrawn="1">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6" userDrawn="1">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or colour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9" name="Picture 8">
            <a:extLst>
              <a:ext uri="{FF2B5EF4-FFF2-40B4-BE49-F238E27FC236}">
                <a16:creationId xmlns:a16="http://schemas.microsoft.com/office/drawing/2014/main" id="{BA94B351-5DD5-3D46-B6BA-A75DCE3FBEDE}"/>
              </a:ext>
            </a:extLst>
          </p:cNvPr>
          <p:cNvPicPr>
            <a:picLocks noChangeAspect="1"/>
          </p:cNvPicPr>
          <p:nvPr userDrawn="1"/>
        </p:nvPicPr>
        <p:blipFill>
          <a:blip r:embed="rId3"/>
          <a:stretch>
            <a:fillRect/>
          </a:stretch>
        </p:blipFill>
        <p:spPr>
          <a:xfrm>
            <a:off x="10280646" y="153932"/>
            <a:ext cx="1090953" cy="582667"/>
          </a:xfrm>
          <a:prstGeom prst="rect">
            <a:avLst/>
          </a:prstGeom>
        </p:spPr>
      </p:pic>
      <p:sp>
        <p:nvSpPr>
          <p:cNvPr id="7" name="Content Placeholder 2">
            <a:extLst>
              <a:ext uri="{FF2B5EF4-FFF2-40B4-BE49-F238E27FC236}">
                <a16:creationId xmlns:a16="http://schemas.microsoft.com/office/drawing/2014/main" id="{D1F99D90-5701-1D42-A922-EAF5AC20FBC9}"/>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69933338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laceholder lef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4934177"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219074" y="225425"/>
            <a:ext cx="4487863" cy="6027738"/>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11" name="Slide Number Placeholder 6">
            <a:extLst>
              <a:ext uri="{FF2B5EF4-FFF2-40B4-BE49-F238E27FC236}">
                <a16:creationId xmlns:a16="http://schemas.microsoft.com/office/drawing/2014/main" id="{A3E100AD-C839-FF41-B8C2-0B37AE94317A}"/>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pic>
        <p:nvPicPr>
          <p:cNvPr id="8" name="Picture 7">
            <a:extLst>
              <a:ext uri="{FF2B5EF4-FFF2-40B4-BE49-F238E27FC236}">
                <a16:creationId xmlns:a16="http://schemas.microsoft.com/office/drawing/2014/main" id="{2C010ADA-FE82-884E-AEE5-4E8AD44C1E75}"/>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9" name="Content Placeholder 2">
            <a:extLst>
              <a:ext uri="{FF2B5EF4-FFF2-40B4-BE49-F238E27FC236}">
                <a16:creationId xmlns:a16="http://schemas.microsoft.com/office/drawing/2014/main" id="{5F02D87D-D631-F940-A491-C7789AC932DD}"/>
              </a:ext>
            </a:extLst>
          </p:cNvPr>
          <p:cNvSpPr>
            <a:spLocks noGrp="1"/>
          </p:cNvSpPr>
          <p:nvPr>
            <p:ph sz="quarter" idx="11"/>
          </p:nvPr>
        </p:nvSpPr>
        <p:spPr>
          <a:xfrm>
            <a:off x="4923872" y="1746908"/>
            <a:ext cx="5424487" cy="3734176"/>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10490002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417744682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placeholders lef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4934177"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219074" y="225425"/>
            <a:ext cx="4487863" cy="2957514"/>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11" name="Slide Number Placeholder 6">
            <a:extLst>
              <a:ext uri="{FF2B5EF4-FFF2-40B4-BE49-F238E27FC236}">
                <a16:creationId xmlns:a16="http://schemas.microsoft.com/office/drawing/2014/main" id="{A3E100AD-C839-FF41-B8C2-0B37AE94317A}"/>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8" name="Picture Placeholder 3">
            <a:extLst>
              <a:ext uri="{FF2B5EF4-FFF2-40B4-BE49-F238E27FC236}">
                <a16:creationId xmlns:a16="http://schemas.microsoft.com/office/drawing/2014/main" id="{BD979349-5A66-C542-B408-61056B7CFDDA}"/>
              </a:ext>
            </a:extLst>
          </p:cNvPr>
          <p:cNvSpPr>
            <a:spLocks noGrp="1"/>
          </p:cNvSpPr>
          <p:nvPr>
            <p:ph type="pic" sz="quarter" idx="13" hasCustomPrompt="1"/>
          </p:nvPr>
        </p:nvSpPr>
        <p:spPr>
          <a:xfrm>
            <a:off x="219074" y="3297237"/>
            <a:ext cx="4487863" cy="2955926"/>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br>
              <a:rPr lang="en-GB" noProof="0"/>
            </a:br>
            <a:endParaRPr lang="en-GB" noProof="0"/>
          </a:p>
        </p:txBody>
      </p:sp>
      <p:pic>
        <p:nvPicPr>
          <p:cNvPr id="9" name="Picture 8">
            <a:extLst>
              <a:ext uri="{FF2B5EF4-FFF2-40B4-BE49-F238E27FC236}">
                <a16:creationId xmlns:a16="http://schemas.microsoft.com/office/drawing/2014/main" id="{BD832574-614C-2444-89AA-EE9A165FD7CD}"/>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2" name="Content Placeholder 2">
            <a:extLst>
              <a:ext uri="{FF2B5EF4-FFF2-40B4-BE49-F238E27FC236}">
                <a16:creationId xmlns:a16="http://schemas.microsoft.com/office/drawing/2014/main" id="{729880D0-BCE2-3C4C-BAF0-B37E55BD779F}"/>
              </a:ext>
            </a:extLst>
          </p:cNvPr>
          <p:cNvSpPr>
            <a:spLocks noGrp="1"/>
          </p:cNvSpPr>
          <p:nvPr>
            <p:ph sz="quarter" idx="14"/>
          </p:nvPr>
        </p:nvSpPr>
        <p:spPr>
          <a:xfrm>
            <a:off x="4920480" y="1743516"/>
            <a:ext cx="5433195" cy="374288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45226856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placeholders bottom">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227238" y="1760538"/>
            <a:ext cx="5476648" cy="4492912"/>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8" name="Picture Placeholder 3">
            <a:extLst>
              <a:ext uri="{FF2B5EF4-FFF2-40B4-BE49-F238E27FC236}">
                <a16:creationId xmlns:a16="http://schemas.microsoft.com/office/drawing/2014/main" id="{000D7D52-4C93-DD4A-A184-553B4075AFC5}"/>
              </a:ext>
            </a:extLst>
          </p:cNvPr>
          <p:cNvSpPr>
            <a:spLocks noGrp="1"/>
          </p:cNvSpPr>
          <p:nvPr>
            <p:ph type="pic" sz="quarter" idx="11" hasCustomPrompt="1"/>
          </p:nvPr>
        </p:nvSpPr>
        <p:spPr>
          <a:xfrm>
            <a:off x="5816600" y="1760538"/>
            <a:ext cx="5484812" cy="4492912"/>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6" name="Picture 5">
            <a:extLst>
              <a:ext uri="{FF2B5EF4-FFF2-40B4-BE49-F238E27FC236}">
                <a16:creationId xmlns:a16="http://schemas.microsoft.com/office/drawing/2014/main" id="{454616CC-EFA3-F941-867F-C95877467261}"/>
              </a:ext>
            </a:extLst>
          </p:cNvPr>
          <p:cNvPicPr>
            <a:picLocks noChangeAspect="1"/>
          </p:cNvPicPr>
          <p:nvPr userDrawn="1"/>
        </p:nvPicPr>
        <p:blipFill>
          <a:blip r:embed="rId2"/>
          <a:stretch>
            <a:fillRect/>
          </a:stretch>
        </p:blipFill>
        <p:spPr>
          <a:xfrm>
            <a:off x="10280650" y="153932"/>
            <a:ext cx="1090950" cy="582667"/>
          </a:xfrm>
          <a:prstGeom prst="rect">
            <a:avLst/>
          </a:prstGeom>
        </p:spPr>
      </p:pic>
    </p:spTree>
    <p:extLst>
      <p:ext uri="{BB962C8B-B14F-4D97-AF65-F5344CB8AC3E}">
        <p14:creationId xmlns:p14="http://schemas.microsoft.com/office/powerpoint/2010/main" val="159857775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placeholders">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227237" y="225425"/>
            <a:ext cx="4536581" cy="2957513"/>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8" name="Picture Placeholder 3">
            <a:extLst>
              <a:ext uri="{FF2B5EF4-FFF2-40B4-BE49-F238E27FC236}">
                <a16:creationId xmlns:a16="http://schemas.microsoft.com/office/drawing/2014/main" id="{000D7D52-4C93-DD4A-A184-553B4075AFC5}"/>
              </a:ext>
            </a:extLst>
          </p:cNvPr>
          <p:cNvSpPr>
            <a:spLocks noGrp="1"/>
          </p:cNvSpPr>
          <p:nvPr>
            <p:ph type="pic" sz="quarter" idx="11" hasCustomPrompt="1"/>
          </p:nvPr>
        </p:nvSpPr>
        <p:spPr>
          <a:xfrm>
            <a:off x="227238" y="3296949"/>
            <a:ext cx="2655505" cy="2956213"/>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6" name="Picture Placeholder 3">
            <a:extLst>
              <a:ext uri="{FF2B5EF4-FFF2-40B4-BE49-F238E27FC236}">
                <a16:creationId xmlns:a16="http://schemas.microsoft.com/office/drawing/2014/main" id="{0752C564-993C-9B4C-A56C-C15A8933E3C8}"/>
              </a:ext>
            </a:extLst>
          </p:cNvPr>
          <p:cNvSpPr>
            <a:spLocks noGrp="1"/>
          </p:cNvSpPr>
          <p:nvPr>
            <p:ph type="pic" sz="quarter" idx="12" hasCustomPrompt="1"/>
          </p:nvPr>
        </p:nvSpPr>
        <p:spPr>
          <a:xfrm>
            <a:off x="2991232" y="3296950"/>
            <a:ext cx="4539868" cy="2956213"/>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10" name="Picture Placeholder 3">
            <a:extLst>
              <a:ext uri="{FF2B5EF4-FFF2-40B4-BE49-F238E27FC236}">
                <a16:creationId xmlns:a16="http://schemas.microsoft.com/office/drawing/2014/main" id="{243AC33E-B917-7143-ACFE-167BBAF9C31E}"/>
              </a:ext>
            </a:extLst>
          </p:cNvPr>
          <p:cNvSpPr>
            <a:spLocks noGrp="1"/>
          </p:cNvSpPr>
          <p:nvPr>
            <p:ph type="pic" sz="quarter" idx="13" hasCustomPrompt="1"/>
          </p:nvPr>
        </p:nvSpPr>
        <p:spPr>
          <a:xfrm>
            <a:off x="4872307" y="225425"/>
            <a:ext cx="2658793" cy="2956213"/>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pic>
        <p:nvPicPr>
          <p:cNvPr id="9" name="Picture 8">
            <a:extLst>
              <a:ext uri="{FF2B5EF4-FFF2-40B4-BE49-F238E27FC236}">
                <a16:creationId xmlns:a16="http://schemas.microsoft.com/office/drawing/2014/main" id="{496C48E6-36CF-2342-8258-D71BB96A808C}"/>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2" name="Content Placeholder 2">
            <a:extLst>
              <a:ext uri="{FF2B5EF4-FFF2-40B4-BE49-F238E27FC236}">
                <a16:creationId xmlns:a16="http://schemas.microsoft.com/office/drawing/2014/main" id="{7C8AC4A0-EDC0-C34A-B33C-8100BCADA4CE}"/>
              </a:ext>
            </a:extLst>
          </p:cNvPr>
          <p:cNvSpPr>
            <a:spLocks noGrp="1"/>
          </p:cNvSpPr>
          <p:nvPr>
            <p:ph sz="quarter" idx="14"/>
          </p:nvPr>
        </p:nvSpPr>
        <p:spPr>
          <a:xfrm>
            <a:off x="7742479" y="1742940"/>
            <a:ext cx="3540125" cy="3734176"/>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12601555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1253244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10" name="Picture 9">
            <a:extLst>
              <a:ext uri="{FF2B5EF4-FFF2-40B4-BE49-F238E27FC236}">
                <a16:creationId xmlns:a16="http://schemas.microsoft.com/office/drawing/2014/main" id="{6E2E500A-48E7-E343-B8E5-6636A47E8E59}"/>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8" name="Content Placeholder 2">
            <a:extLst>
              <a:ext uri="{FF2B5EF4-FFF2-40B4-BE49-F238E27FC236}">
                <a16:creationId xmlns:a16="http://schemas.microsoft.com/office/drawing/2014/main" id="{54FF3749-1DD7-1242-9C4B-3987E002EB3E}"/>
              </a:ext>
            </a:extLst>
          </p:cNvPr>
          <p:cNvSpPr>
            <a:spLocks noGrp="1"/>
          </p:cNvSpPr>
          <p:nvPr>
            <p:ph sz="quarter" idx="14"/>
          </p:nvPr>
        </p:nvSpPr>
        <p:spPr>
          <a:xfrm>
            <a:off x="216879" y="1742940"/>
            <a:ext cx="3548671"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14" name="Content Placeholder 2">
            <a:extLst>
              <a:ext uri="{FF2B5EF4-FFF2-40B4-BE49-F238E27FC236}">
                <a16:creationId xmlns:a16="http://schemas.microsoft.com/office/drawing/2014/main" id="{31B03628-A0C8-0C48-BD91-46BD70D830AB}"/>
              </a:ext>
            </a:extLst>
          </p:cNvPr>
          <p:cNvSpPr>
            <a:spLocks noGrp="1"/>
          </p:cNvSpPr>
          <p:nvPr>
            <p:ph sz="quarter" idx="15"/>
          </p:nvPr>
        </p:nvSpPr>
        <p:spPr>
          <a:xfrm>
            <a:off x="3987801" y="1742940"/>
            <a:ext cx="3543300"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15" name="Content Placeholder 2">
            <a:extLst>
              <a:ext uri="{FF2B5EF4-FFF2-40B4-BE49-F238E27FC236}">
                <a16:creationId xmlns:a16="http://schemas.microsoft.com/office/drawing/2014/main" id="{C85F8A96-8D36-254B-96F6-5D68378E9C29}"/>
              </a:ext>
            </a:extLst>
          </p:cNvPr>
          <p:cNvSpPr>
            <a:spLocks noGrp="1"/>
          </p:cNvSpPr>
          <p:nvPr>
            <p:ph sz="quarter" idx="16"/>
          </p:nvPr>
        </p:nvSpPr>
        <p:spPr>
          <a:xfrm>
            <a:off x="7748588" y="1742940"/>
            <a:ext cx="3543300"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404879559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AB7205-6DE7-0943-932C-C5F447BB3C4B}"/>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9" name="Text Placeholder 12">
            <a:extLst>
              <a:ext uri="{FF2B5EF4-FFF2-40B4-BE49-F238E27FC236}">
                <a16:creationId xmlns:a16="http://schemas.microsoft.com/office/drawing/2014/main" id="{E14B96AE-8CC3-5246-9662-FA8700FBF671}"/>
              </a:ext>
            </a:extLst>
          </p:cNvPr>
          <p:cNvSpPr>
            <a:spLocks noGrp="1"/>
          </p:cNvSpPr>
          <p:nvPr>
            <p:ph type="body" sz="quarter" idx="11" hasCustomPrompt="1"/>
          </p:nvPr>
        </p:nvSpPr>
        <p:spPr>
          <a:xfrm>
            <a:off x="2106613" y="2038999"/>
            <a:ext cx="7304087" cy="2402177"/>
          </a:xfrm>
          <a:prstGeom prst="rect">
            <a:avLst/>
          </a:prstGeom>
        </p:spPr>
        <p:txBody>
          <a:bodyPr lIns="0" tIns="0" rIns="0" bIns="0" anchor="ctr" anchorCtr="0">
            <a:noAutofit/>
          </a:bodyPr>
          <a:lstStyle>
            <a:lvl1pPr marL="0" indent="0" algn="ctr">
              <a:lnSpc>
                <a:spcPct val="95000"/>
              </a:lnSpc>
              <a:buFont typeface="+mj-lt"/>
              <a:buNone/>
              <a:defRPr lang="en-US" sz="2800" dirty="0">
                <a:solidFill>
                  <a:schemeClr val="tx2"/>
                </a:solidFill>
                <a:latin typeface="Olympic Serif" panose="02020503060206060203" pitchFamily="18" charset="77"/>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“Et lanimolorit magnisint es perum facipsa ndit amet ut repelecea quasima gnimper feratiis ratet aperumque mosweoksin eost, oreiunt iur Et lanimolorit magnisint quasima gnimper feratiis eost, voluptatetur sincias aperumque.”</a:t>
            </a:r>
          </a:p>
        </p:txBody>
      </p:sp>
      <p:sp>
        <p:nvSpPr>
          <p:cNvPr id="12" name="Picture Placeholder 5">
            <a:extLst>
              <a:ext uri="{FF2B5EF4-FFF2-40B4-BE49-F238E27FC236}">
                <a16:creationId xmlns:a16="http://schemas.microsoft.com/office/drawing/2014/main" id="{B2E6D41D-0326-DC4B-BBFB-18CF8CE3C914}"/>
              </a:ext>
            </a:extLst>
          </p:cNvPr>
          <p:cNvSpPr>
            <a:spLocks noGrp="1"/>
          </p:cNvSpPr>
          <p:nvPr>
            <p:ph type="pic" sz="quarter" idx="12"/>
          </p:nvPr>
        </p:nvSpPr>
        <p:spPr>
          <a:xfrm>
            <a:off x="4265060" y="5061522"/>
            <a:ext cx="664128" cy="664855"/>
          </a:xfrm>
          <a:prstGeom prst="ellipse">
            <a:avLst/>
          </a:prstGeom>
          <a:solidFill>
            <a:schemeClr val="bg2">
              <a:lumMod val="95000"/>
            </a:schemeClr>
          </a:solidFill>
        </p:spPr>
        <p:txBody>
          <a:bodyPr anchor="ctr" anchorCtr="0"/>
          <a:lstStyle>
            <a:lvl1pPr marL="0" algn="ctr">
              <a:buNone/>
              <a:defRPr sz="700"/>
            </a:lvl1pPr>
          </a:lstStyle>
          <a:p>
            <a:endParaRPr lang="en-US"/>
          </a:p>
        </p:txBody>
      </p:sp>
      <p:sp>
        <p:nvSpPr>
          <p:cNvPr id="13" name="Text Placeholder 3">
            <a:extLst>
              <a:ext uri="{FF2B5EF4-FFF2-40B4-BE49-F238E27FC236}">
                <a16:creationId xmlns:a16="http://schemas.microsoft.com/office/drawing/2014/main" id="{B54ADE3F-9A73-D04F-9CD7-DE1D0AB3C5C3}"/>
              </a:ext>
            </a:extLst>
          </p:cNvPr>
          <p:cNvSpPr>
            <a:spLocks noGrp="1"/>
          </p:cNvSpPr>
          <p:nvPr>
            <p:ph type="body" sz="half" idx="13" hasCustomPrompt="1"/>
          </p:nvPr>
        </p:nvSpPr>
        <p:spPr>
          <a:xfrm>
            <a:off x="5057994" y="5039933"/>
            <a:ext cx="2473106" cy="690940"/>
          </a:xfrm>
          <a:prstGeom prst="rect">
            <a:avLst/>
          </a:prstGeom>
        </p:spPr>
        <p:txBody>
          <a:bodyPr lIns="0" tIns="0" rIns="0" bIns="0" anchor="t" anchorCtr="0">
            <a:noAutofit/>
          </a:bodyPr>
          <a:lstStyle>
            <a:lvl1pPr marL="0" indent="0">
              <a:lnSpc>
                <a:spcPct val="99000"/>
              </a:lnSpc>
              <a:spcBef>
                <a:spcPts val="0"/>
              </a:spcBef>
              <a:buNone/>
              <a:defRPr sz="1600" b="0" i="0">
                <a:solidFill>
                  <a:schemeClr val="tx2"/>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First Name Last Name</a:t>
            </a:r>
            <a:br>
              <a:rPr lang="en-GB" noProof="0"/>
            </a:br>
            <a:r>
              <a:rPr lang="en-GB" noProof="0"/>
              <a:t>Title or Position</a:t>
            </a:r>
            <a:br>
              <a:rPr lang="en-GB" noProof="0"/>
            </a:br>
            <a:r>
              <a:rPr lang="en-GB" noProof="0"/>
              <a:t>Organisation</a:t>
            </a:r>
          </a:p>
        </p:txBody>
      </p:sp>
    </p:spTree>
    <p:extLst>
      <p:ext uri="{BB962C8B-B14F-4D97-AF65-F5344CB8AC3E}">
        <p14:creationId xmlns:p14="http://schemas.microsoft.com/office/powerpoint/2010/main" val="298267582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6" userDrawn="1">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image or colour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D488CE4-8DD6-E941-8A09-75FB1F5C6A69}"/>
              </a:ext>
            </a:extLst>
          </p:cNvPr>
          <p:cNvPicPr>
            <a:picLocks noChangeAspect="1"/>
          </p:cNvPicPr>
          <p:nvPr userDrawn="1"/>
        </p:nvPicPr>
        <p:blipFill>
          <a:blip r:embed="rId3"/>
          <a:stretch>
            <a:fillRect/>
          </a:stretch>
        </p:blipFill>
        <p:spPr>
          <a:xfrm>
            <a:off x="10277679" y="154222"/>
            <a:ext cx="1090409" cy="582378"/>
          </a:xfrm>
          <a:prstGeom prst="rect">
            <a:avLst/>
          </a:prstGeom>
        </p:spPr>
      </p:pic>
      <p:sp>
        <p:nvSpPr>
          <p:cNvPr id="12" name="Picture Placeholder 5">
            <a:extLst>
              <a:ext uri="{FF2B5EF4-FFF2-40B4-BE49-F238E27FC236}">
                <a16:creationId xmlns:a16="http://schemas.microsoft.com/office/drawing/2014/main" id="{41233D97-B0D5-0041-AD84-9627756FB976}"/>
              </a:ext>
            </a:extLst>
          </p:cNvPr>
          <p:cNvSpPr>
            <a:spLocks noGrp="1"/>
          </p:cNvSpPr>
          <p:nvPr>
            <p:ph type="pic" sz="quarter" idx="12"/>
          </p:nvPr>
        </p:nvSpPr>
        <p:spPr>
          <a:xfrm>
            <a:off x="4265060" y="5061522"/>
            <a:ext cx="664128" cy="664855"/>
          </a:xfrm>
          <a:prstGeom prst="ellipse">
            <a:avLst/>
          </a:prstGeom>
          <a:solidFill>
            <a:schemeClr val="bg2">
              <a:lumMod val="95000"/>
            </a:schemeClr>
          </a:solidFill>
        </p:spPr>
        <p:txBody>
          <a:bodyPr anchor="ctr" anchorCtr="0"/>
          <a:lstStyle>
            <a:lvl1pPr marL="0" algn="ctr">
              <a:buNone/>
              <a:defRPr sz="700"/>
            </a:lvl1pPr>
          </a:lstStyle>
          <a:p>
            <a:endParaRPr lang="en-US"/>
          </a:p>
        </p:txBody>
      </p:sp>
      <p:sp>
        <p:nvSpPr>
          <p:cNvPr id="13" name="Text Placeholder 3">
            <a:extLst>
              <a:ext uri="{FF2B5EF4-FFF2-40B4-BE49-F238E27FC236}">
                <a16:creationId xmlns:a16="http://schemas.microsoft.com/office/drawing/2014/main" id="{1653A981-EC00-5349-A346-8F99161D07EA}"/>
              </a:ext>
            </a:extLst>
          </p:cNvPr>
          <p:cNvSpPr>
            <a:spLocks noGrp="1"/>
          </p:cNvSpPr>
          <p:nvPr>
            <p:ph type="body" sz="half" idx="13" hasCustomPrompt="1"/>
          </p:nvPr>
        </p:nvSpPr>
        <p:spPr>
          <a:xfrm>
            <a:off x="5057994" y="5039933"/>
            <a:ext cx="2473106" cy="690940"/>
          </a:xfrm>
          <a:prstGeom prst="rect">
            <a:avLst/>
          </a:prstGeom>
        </p:spPr>
        <p:txBody>
          <a:bodyPr lIns="0" tIns="0" rIns="0" bIns="0" anchor="t" anchorCtr="0">
            <a:noAutofit/>
          </a:bodyPr>
          <a:lstStyle>
            <a:lvl1pPr marL="0" indent="0">
              <a:lnSpc>
                <a:spcPct val="99000"/>
              </a:lnSpc>
              <a:spcBef>
                <a:spcPts val="0"/>
              </a:spcBef>
              <a:buNone/>
              <a:defRPr sz="1600" b="0" i="0">
                <a:solidFill>
                  <a:schemeClr val="bg2"/>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First Name Last Name</a:t>
            </a:r>
            <a:br>
              <a:rPr lang="en-GB" noProof="0"/>
            </a:br>
            <a:r>
              <a:rPr lang="en-GB" noProof="0"/>
              <a:t>Title or Position</a:t>
            </a:r>
            <a:br>
              <a:rPr lang="en-GB" noProof="0"/>
            </a:br>
            <a:r>
              <a:rPr lang="en-GB" noProof="0"/>
              <a:t>Organisation</a:t>
            </a:r>
          </a:p>
        </p:txBody>
      </p:sp>
      <p:sp>
        <p:nvSpPr>
          <p:cNvPr id="14" name="Text Placeholder 12">
            <a:extLst>
              <a:ext uri="{FF2B5EF4-FFF2-40B4-BE49-F238E27FC236}">
                <a16:creationId xmlns:a16="http://schemas.microsoft.com/office/drawing/2014/main" id="{77312771-3323-2E41-BEB9-D8A736333A38}"/>
              </a:ext>
            </a:extLst>
          </p:cNvPr>
          <p:cNvSpPr>
            <a:spLocks noGrp="1"/>
          </p:cNvSpPr>
          <p:nvPr>
            <p:ph type="body" sz="quarter" idx="11" hasCustomPrompt="1"/>
          </p:nvPr>
        </p:nvSpPr>
        <p:spPr>
          <a:xfrm>
            <a:off x="2106613" y="2038999"/>
            <a:ext cx="7304087" cy="2402177"/>
          </a:xfrm>
          <a:prstGeom prst="rect">
            <a:avLst/>
          </a:prstGeom>
        </p:spPr>
        <p:txBody>
          <a:bodyPr lIns="0" tIns="0" rIns="0" bIns="0" anchor="ctr" anchorCtr="0">
            <a:noAutofit/>
          </a:bodyPr>
          <a:lstStyle>
            <a:lvl1pPr marL="0" indent="0" algn="ctr">
              <a:lnSpc>
                <a:spcPct val="95000"/>
              </a:lnSpc>
              <a:buFont typeface="+mj-lt"/>
              <a:buNone/>
              <a:defRPr lang="en-US" sz="2800" dirty="0">
                <a:solidFill>
                  <a:schemeClr val="bg2"/>
                </a:solidFill>
                <a:latin typeface="Olympic Serif" panose="02020503060206060203" pitchFamily="18" charset="77"/>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“Et </a:t>
            </a:r>
            <a:r>
              <a:rPr lang="en-GB" noProof="0" err="1"/>
              <a:t>lanimolorit</a:t>
            </a:r>
            <a:r>
              <a:rPr lang="en-GB" noProof="0"/>
              <a:t> </a:t>
            </a:r>
            <a:r>
              <a:rPr lang="en-GB" noProof="0" err="1"/>
              <a:t>magnisint</a:t>
            </a:r>
            <a:r>
              <a:rPr lang="en-GB" noProof="0"/>
              <a:t> es </a:t>
            </a:r>
            <a:r>
              <a:rPr lang="en-GB" noProof="0" err="1"/>
              <a:t>perum</a:t>
            </a:r>
            <a:r>
              <a:rPr lang="en-GB" noProof="0"/>
              <a:t> </a:t>
            </a:r>
            <a:r>
              <a:rPr lang="en-GB" noProof="0" err="1"/>
              <a:t>facipsa</a:t>
            </a:r>
            <a:r>
              <a:rPr lang="en-GB" noProof="0"/>
              <a:t> </a:t>
            </a:r>
            <a:r>
              <a:rPr lang="en-GB" noProof="0" err="1"/>
              <a:t>ndit</a:t>
            </a:r>
            <a:r>
              <a:rPr lang="en-GB" noProof="0"/>
              <a:t> </a:t>
            </a:r>
            <a:r>
              <a:rPr lang="en-GB" noProof="0" err="1"/>
              <a:t>amet</a:t>
            </a:r>
            <a:r>
              <a:rPr lang="en-GB" noProof="0"/>
              <a:t> </a:t>
            </a:r>
            <a:r>
              <a:rPr lang="en-GB" noProof="0" err="1"/>
              <a:t>ut</a:t>
            </a:r>
            <a:r>
              <a:rPr lang="en-GB" noProof="0"/>
              <a:t> </a:t>
            </a:r>
            <a:r>
              <a:rPr lang="en-GB" noProof="0" err="1"/>
              <a:t>repelecea</a:t>
            </a:r>
            <a:r>
              <a:rPr lang="en-GB" noProof="0"/>
              <a:t> </a:t>
            </a:r>
            <a:r>
              <a:rPr lang="en-GB" noProof="0" err="1"/>
              <a:t>quasima</a:t>
            </a:r>
            <a:r>
              <a:rPr lang="en-GB" noProof="0"/>
              <a:t> </a:t>
            </a:r>
            <a:r>
              <a:rPr lang="en-GB" noProof="0" err="1"/>
              <a:t>gnimper</a:t>
            </a:r>
            <a:r>
              <a:rPr lang="en-GB" noProof="0"/>
              <a:t> </a:t>
            </a:r>
            <a:r>
              <a:rPr lang="en-GB" noProof="0" err="1"/>
              <a:t>feratiis</a:t>
            </a:r>
            <a:r>
              <a:rPr lang="en-GB" noProof="0"/>
              <a:t> </a:t>
            </a:r>
            <a:r>
              <a:rPr lang="en-GB" noProof="0" err="1"/>
              <a:t>ratet</a:t>
            </a:r>
            <a:r>
              <a:rPr lang="en-GB" noProof="0"/>
              <a:t> </a:t>
            </a:r>
            <a:r>
              <a:rPr lang="en-GB" noProof="0" err="1"/>
              <a:t>aperumque</a:t>
            </a:r>
            <a:r>
              <a:rPr lang="en-GB" noProof="0"/>
              <a:t> </a:t>
            </a:r>
            <a:r>
              <a:rPr lang="en-GB" noProof="0" err="1"/>
              <a:t>mosweoksin</a:t>
            </a:r>
            <a:r>
              <a:rPr lang="en-GB" noProof="0"/>
              <a:t> </a:t>
            </a:r>
            <a:r>
              <a:rPr lang="en-GB" noProof="0" err="1"/>
              <a:t>eost</a:t>
            </a:r>
            <a:r>
              <a:rPr lang="en-GB" noProof="0"/>
              <a:t>, </a:t>
            </a:r>
            <a:r>
              <a:rPr lang="en-GB" noProof="0" err="1"/>
              <a:t>oreiunt</a:t>
            </a:r>
            <a:r>
              <a:rPr lang="en-GB" noProof="0"/>
              <a:t> </a:t>
            </a:r>
            <a:r>
              <a:rPr lang="en-GB" noProof="0" err="1"/>
              <a:t>iur</a:t>
            </a:r>
            <a:r>
              <a:rPr lang="en-GB" noProof="0"/>
              <a:t> Et </a:t>
            </a:r>
            <a:r>
              <a:rPr lang="en-GB" noProof="0" err="1"/>
              <a:t>lanimolorit</a:t>
            </a:r>
            <a:r>
              <a:rPr lang="en-GB" noProof="0"/>
              <a:t> </a:t>
            </a:r>
            <a:r>
              <a:rPr lang="en-GB" noProof="0" err="1"/>
              <a:t>magnisint</a:t>
            </a:r>
            <a:r>
              <a:rPr lang="en-GB" noProof="0"/>
              <a:t> </a:t>
            </a:r>
            <a:r>
              <a:rPr lang="en-GB" noProof="0" err="1"/>
              <a:t>quasima</a:t>
            </a:r>
            <a:r>
              <a:rPr lang="en-GB" noProof="0"/>
              <a:t> </a:t>
            </a:r>
            <a:r>
              <a:rPr lang="en-GB" noProof="0" err="1"/>
              <a:t>gnimper</a:t>
            </a:r>
            <a:r>
              <a:rPr lang="en-GB" noProof="0"/>
              <a:t> </a:t>
            </a:r>
            <a:r>
              <a:rPr lang="en-GB" noProof="0" err="1"/>
              <a:t>feratiis</a:t>
            </a:r>
            <a:r>
              <a:rPr lang="en-GB" noProof="0"/>
              <a:t> </a:t>
            </a:r>
            <a:r>
              <a:rPr lang="en-GB" noProof="0" err="1"/>
              <a:t>eost</a:t>
            </a:r>
            <a:r>
              <a:rPr lang="en-GB" noProof="0"/>
              <a:t>, </a:t>
            </a:r>
            <a:r>
              <a:rPr lang="en-GB" noProof="0" err="1"/>
              <a:t>voluptatetur</a:t>
            </a:r>
            <a:r>
              <a:rPr lang="en-GB" noProof="0"/>
              <a:t> </a:t>
            </a:r>
            <a:r>
              <a:rPr lang="en-GB" noProof="0" err="1"/>
              <a:t>sincias</a:t>
            </a:r>
            <a:r>
              <a:rPr lang="en-GB" noProof="0"/>
              <a:t> </a:t>
            </a:r>
            <a:r>
              <a:rPr lang="en-GB" noProof="0" err="1"/>
              <a:t>aperumque</a:t>
            </a:r>
            <a:r>
              <a:rPr lang="en-GB" noProof="0"/>
              <a:t>.”</a:t>
            </a:r>
          </a:p>
        </p:txBody>
      </p:sp>
    </p:spTree>
    <p:extLst>
      <p:ext uri="{BB962C8B-B14F-4D97-AF65-F5344CB8AC3E}">
        <p14:creationId xmlns:p14="http://schemas.microsoft.com/office/powerpoint/2010/main" val="2778226152"/>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6" userDrawn="1">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image or colour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66EB20D-006E-1842-92EC-CB8E6E4908CC}"/>
              </a:ext>
            </a:extLst>
          </p:cNvPr>
          <p:cNvPicPr>
            <a:picLocks noChangeAspect="1"/>
          </p:cNvPicPr>
          <p:nvPr userDrawn="1"/>
        </p:nvPicPr>
        <p:blipFill>
          <a:blip r:embed="rId3"/>
          <a:stretch>
            <a:fillRect/>
          </a:stretch>
        </p:blipFill>
        <p:spPr>
          <a:xfrm>
            <a:off x="10280646" y="153932"/>
            <a:ext cx="1090953" cy="582667"/>
          </a:xfrm>
          <a:prstGeom prst="rect">
            <a:avLst/>
          </a:prstGeom>
        </p:spPr>
      </p:pic>
      <p:sp>
        <p:nvSpPr>
          <p:cNvPr id="12" name="Text Placeholder 12">
            <a:extLst>
              <a:ext uri="{FF2B5EF4-FFF2-40B4-BE49-F238E27FC236}">
                <a16:creationId xmlns:a16="http://schemas.microsoft.com/office/drawing/2014/main" id="{33A5328B-223E-4342-99AA-808A926F6F1D}"/>
              </a:ext>
            </a:extLst>
          </p:cNvPr>
          <p:cNvSpPr>
            <a:spLocks noGrp="1"/>
          </p:cNvSpPr>
          <p:nvPr>
            <p:ph type="body" sz="quarter" idx="11" hasCustomPrompt="1"/>
          </p:nvPr>
        </p:nvSpPr>
        <p:spPr>
          <a:xfrm>
            <a:off x="2106613" y="2038999"/>
            <a:ext cx="7304087" cy="2402177"/>
          </a:xfrm>
          <a:prstGeom prst="rect">
            <a:avLst/>
          </a:prstGeom>
        </p:spPr>
        <p:txBody>
          <a:bodyPr lIns="0" tIns="0" rIns="0" bIns="0" anchor="ctr" anchorCtr="0">
            <a:noAutofit/>
          </a:bodyPr>
          <a:lstStyle>
            <a:lvl1pPr marL="0" indent="0" algn="ctr">
              <a:lnSpc>
                <a:spcPct val="95000"/>
              </a:lnSpc>
              <a:buFont typeface="+mj-lt"/>
              <a:buNone/>
              <a:defRPr lang="en-US" sz="2800" dirty="0">
                <a:solidFill>
                  <a:schemeClr val="tx2"/>
                </a:solidFill>
                <a:latin typeface="Olympic Serif" panose="02020503060206060203" pitchFamily="18" charset="77"/>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“Et </a:t>
            </a:r>
            <a:r>
              <a:rPr lang="en-GB" noProof="0" err="1"/>
              <a:t>lanimolorit</a:t>
            </a:r>
            <a:r>
              <a:rPr lang="en-GB" noProof="0"/>
              <a:t> </a:t>
            </a:r>
            <a:r>
              <a:rPr lang="en-GB" noProof="0" err="1"/>
              <a:t>magnisint</a:t>
            </a:r>
            <a:r>
              <a:rPr lang="en-GB" noProof="0"/>
              <a:t> es </a:t>
            </a:r>
            <a:r>
              <a:rPr lang="en-GB" noProof="0" err="1"/>
              <a:t>perum</a:t>
            </a:r>
            <a:r>
              <a:rPr lang="en-GB" noProof="0"/>
              <a:t> </a:t>
            </a:r>
            <a:r>
              <a:rPr lang="en-GB" noProof="0" err="1"/>
              <a:t>facipsa</a:t>
            </a:r>
            <a:r>
              <a:rPr lang="en-GB" noProof="0"/>
              <a:t> </a:t>
            </a:r>
            <a:r>
              <a:rPr lang="en-GB" noProof="0" err="1"/>
              <a:t>ndit</a:t>
            </a:r>
            <a:r>
              <a:rPr lang="en-GB" noProof="0"/>
              <a:t> </a:t>
            </a:r>
            <a:r>
              <a:rPr lang="en-GB" noProof="0" err="1"/>
              <a:t>amet</a:t>
            </a:r>
            <a:r>
              <a:rPr lang="en-GB" noProof="0"/>
              <a:t> </a:t>
            </a:r>
            <a:r>
              <a:rPr lang="en-GB" noProof="0" err="1"/>
              <a:t>ut</a:t>
            </a:r>
            <a:r>
              <a:rPr lang="en-GB" noProof="0"/>
              <a:t> </a:t>
            </a:r>
            <a:r>
              <a:rPr lang="en-GB" noProof="0" err="1"/>
              <a:t>repelecea</a:t>
            </a:r>
            <a:r>
              <a:rPr lang="en-GB" noProof="0"/>
              <a:t> </a:t>
            </a:r>
            <a:r>
              <a:rPr lang="en-GB" noProof="0" err="1"/>
              <a:t>quasima</a:t>
            </a:r>
            <a:r>
              <a:rPr lang="en-GB" noProof="0"/>
              <a:t> </a:t>
            </a:r>
            <a:r>
              <a:rPr lang="en-GB" noProof="0" err="1"/>
              <a:t>gnimper</a:t>
            </a:r>
            <a:r>
              <a:rPr lang="en-GB" noProof="0"/>
              <a:t> </a:t>
            </a:r>
            <a:r>
              <a:rPr lang="en-GB" noProof="0" err="1"/>
              <a:t>feratiis</a:t>
            </a:r>
            <a:r>
              <a:rPr lang="en-GB" noProof="0"/>
              <a:t> </a:t>
            </a:r>
            <a:r>
              <a:rPr lang="en-GB" noProof="0" err="1"/>
              <a:t>ratet</a:t>
            </a:r>
            <a:r>
              <a:rPr lang="en-GB" noProof="0"/>
              <a:t> </a:t>
            </a:r>
            <a:r>
              <a:rPr lang="en-GB" noProof="0" err="1"/>
              <a:t>aperumque</a:t>
            </a:r>
            <a:r>
              <a:rPr lang="en-GB" noProof="0"/>
              <a:t> </a:t>
            </a:r>
            <a:r>
              <a:rPr lang="en-GB" noProof="0" err="1"/>
              <a:t>mosweoksin</a:t>
            </a:r>
            <a:r>
              <a:rPr lang="en-GB" noProof="0"/>
              <a:t> </a:t>
            </a:r>
            <a:r>
              <a:rPr lang="en-GB" noProof="0" err="1"/>
              <a:t>eost</a:t>
            </a:r>
            <a:r>
              <a:rPr lang="en-GB" noProof="0"/>
              <a:t>, </a:t>
            </a:r>
            <a:r>
              <a:rPr lang="en-GB" noProof="0" err="1"/>
              <a:t>oreiunt</a:t>
            </a:r>
            <a:r>
              <a:rPr lang="en-GB" noProof="0"/>
              <a:t> </a:t>
            </a:r>
            <a:r>
              <a:rPr lang="en-GB" noProof="0" err="1"/>
              <a:t>iur</a:t>
            </a:r>
            <a:r>
              <a:rPr lang="en-GB" noProof="0"/>
              <a:t> Et </a:t>
            </a:r>
            <a:r>
              <a:rPr lang="en-GB" noProof="0" err="1"/>
              <a:t>lanimolorit</a:t>
            </a:r>
            <a:r>
              <a:rPr lang="en-GB" noProof="0"/>
              <a:t> </a:t>
            </a:r>
            <a:r>
              <a:rPr lang="en-GB" noProof="0" err="1"/>
              <a:t>magnisint</a:t>
            </a:r>
            <a:r>
              <a:rPr lang="en-GB" noProof="0"/>
              <a:t> </a:t>
            </a:r>
            <a:r>
              <a:rPr lang="en-GB" noProof="0" err="1"/>
              <a:t>quasima</a:t>
            </a:r>
            <a:r>
              <a:rPr lang="en-GB" noProof="0"/>
              <a:t> </a:t>
            </a:r>
            <a:r>
              <a:rPr lang="en-GB" noProof="0" err="1"/>
              <a:t>gnimper</a:t>
            </a:r>
            <a:r>
              <a:rPr lang="en-GB" noProof="0"/>
              <a:t> </a:t>
            </a:r>
            <a:r>
              <a:rPr lang="en-GB" noProof="0" err="1"/>
              <a:t>feratiis</a:t>
            </a:r>
            <a:r>
              <a:rPr lang="en-GB" noProof="0"/>
              <a:t> </a:t>
            </a:r>
            <a:r>
              <a:rPr lang="en-GB" noProof="0" err="1"/>
              <a:t>eost</a:t>
            </a:r>
            <a:r>
              <a:rPr lang="en-GB" noProof="0"/>
              <a:t>, </a:t>
            </a:r>
            <a:r>
              <a:rPr lang="en-GB" noProof="0" err="1"/>
              <a:t>voluptatetur</a:t>
            </a:r>
            <a:r>
              <a:rPr lang="en-GB" noProof="0"/>
              <a:t> </a:t>
            </a:r>
            <a:r>
              <a:rPr lang="en-GB" noProof="0" err="1"/>
              <a:t>sincias</a:t>
            </a:r>
            <a:r>
              <a:rPr lang="en-GB" noProof="0"/>
              <a:t> </a:t>
            </a:r>
            <a:r>
              <a:rPr lang="en-GB" noProof="0" err="1"/>
              <a:t>aperumque</a:t>
            </a:r>
            <a:r>
              <a:rPr lang="en-GB" noProof="0"/>
              <a:t>.”</a:t>
            </a:r>
          </a:p>
        </p:txBody>
      </p:sp>
      <p:sp>
        <p:nvSpPr>
          <p:cNvPr id="13" name="Picture Placeholder 5">
            <a:extLst>
              <a:ext uri="{FF2B5EF4-FFF2-40B4-BE49-F238E27FC236}">
                <a16:creationId xmlns:a16="http://schemas.microsoft.com/office/drawing/2014/main" id="{66190522-5FD4-184B-A4FE-3E0EB3FCF849}"/>
              </a:ext>
            </a:extLst>
          </p:cNvPr>
          <p:cNvSpPr>
            <a:spLocks noGrp="1"/>
          </p:cNvSpPr>
          <p:nvPr>
            <p:ph type="pic" sz="quarter" idx="12"/>
          </p:nvPr>
        </p:nvSpPr>
        <p:spPr>
          <a:xfrm>
            <a:off x="4265060" y="5061522"/>
            <a:ext cx="664128" cy="664855"/>
          </a:xfrm>
          <a:prstGeom prst="ellipse">
            <a:avLst/>
          </a:prstGeom>
          <a:solidFill>
            <a:schemeClr val="bg2">
              <a:lumMod val="95000"/>
            </a:schemeClr>
          </a:solidFill>
        </p:spPr>
        <p:txBody>
          <a:bodyPr anchor="ctr" anchorCtr="0"/>
          <a:lstStyle>
            <a:lvl1pPr marL="0" algn="ctr">
              <a:buNone/>
              <a:defRPr sz="700"/>
            </a:lvl1pPr>
          </a:lstStyle>
          <a:p>
            <a:endParaRPr lang="en-US"/>
          </a:p>
        </p:txBody>
      </p:sp>
      <p:sp>
        <p:nvSpPr>
          <p:cNvPr id="14" name="Text Placeholder 3">
            <a:extLst>
              <a:ext uri="{FF2B5EF4-FFF2-40B4-BE49-F238E27FC236}">
                <a16:creationId xmlns:a16="http://schemas.microsoft.com/office/drawing/2014/main" id="{B2970690-6997-A84A-85F3-B3E8686B7355}"/>
              </a:ext>
            </a:extLst>
          </p:cNvPr>
          <p:cNvSpPr>
            <a:spLocks noGrp="1"/>
          </p:cNvSpPr>
          <p:nvPr>
            <p:ph type="body" sz="half" idx="13" hasCustomPrompt="1"/>
          </p:nvPr>
        </p:nvSpPr>
        <p:spPr>
          <a:xfrm>
            <a:off x="5057994" y="5039933"/>
            <a:ext cx="2473106" cy="690940"/>
          </a:xfrm>
          <a:prstGeom prst="rect">
            <a:avLst/>
          </a:prstGeom>
        </p:spPr>
        <p:txBody>
          <a:bodyPr lIns="0" tIns="0" rIns="0" bIns="0" anchor="t" anchorCtr="0">
            <a:noAutofit/>
          </a:bodyPr>
          <a:lstStyle>
            <a:lvl1pPr marL="0" indent="0">
              <a:lnSpc>
                <a:spcPct val="99000"/>
              </a:lnSpc>
              <a:spcBef>
                <a:spcPts val="0"/>
              </a:spcBef>
              <a:buNone/>
              <a:defRPr sz="1600" b="0" i="0">
                <a:solidFill>
                  <a:schemeClr val="tx2"/>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First Name Last Name</a:t>
            </a:r>
            <a:br>
              <a:rPr lang="en-GB" noProof="0"/>
            </a:br>
            <a:r>
              <a:rPr lang="en-GB" noProof="0"/>
              <a:t>Title or Position</a:t>
            </a:r>
            <a:br>
              <a:rPr lang="en-GB" noProof="0"/>
            </a:br>
            <a:r>
              <a:rPr lang="en-GB" noProof="0"/>
              <a:t>Organisation</a:t>
            </a:r>
          </a:p>
        </p:txBody>
      </p:sp>
    </p:spTree>
    <p:extLst>
      <p:ext uri="{BB962C8B-B14F-4D97-AF65-F5344CB8AC3E}">
        <p14:creationId xmlns:p14="http://schemas.microsoft.com/office/powerpoint/2010/main" val="131892411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7" userDrawn="1">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6" userDrawn="1">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576A-43C2-9D58-87F3-F5202A04BDA1}"/>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44E1FB4B-409F-C587-664D-BE809CBDC8FA}"/>
              </a:ext>
            </a:extLst>
          </p:cNvPr>
          <p:cNvSpPr>
            <a:spLocks noGrp="1"/>
          </p:cNvSpPr>
          <p:nvPr>
            <p:ph sz="half" idx="1"/>
          </p:nvPr>
        </p:nvSpPr>
        <p:spPr>
          <a:xfrm>
            <a:off x="792034" y="1725046"/>
            <a:ext cx="4896207" cy="4111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798A212D-5087-C9E7-AAE4-29CCB92893A9}"/>
              </a:ext>
            </a:extLst>
          </p:cNvPr>
          <p:cNvSpPr>
            <a:spLocks noGrp="1"/>
          </p:cNvSpPr>
          <p:nvPr>
            <p:ph sz="half" idx="2"/>
          </p:nvPr>
        </p:nvSpPr>
        <p:spPr>
          <a:xfrm>
            <a:off x="5832247" y="1725046"/>
            <a:ext cx="4896207" cy="4111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762B22DF-8441-0E2E-52E5-B5420FFFE978}"/>
              </a:ext>
            </a:extLst>
          </p:cNvPr>
          <p:cNvSpPr>
            <a:spLocks noGrp="1"/>
          </p:cNvSpPr>
          <p:nvPr>
            <p:ph type="dt" sz="half" idx="10"/>
          </p:nvPr>
        </p:nvSpPr>
        <p:spPr/>
        <p:txBody>
          <a:bodyPr/>
          <a:lstStyle/>
          <a:p>
            <a:fld id="{6AE561B9-FA62-4CBE-A5A5-9CBA66EA5147}" type="datetimeFigureOut">
              <a:rPr lang="en-CH" smtClean="0"/>
              <a:t>12/07/2025</a:t>
            </a:fld>
            <a:endParaRPr lang="en-CH"/>
          </a:p>
        </p:txBody>
      </p:sp>
      <p:sp>
        <p:nvSpPr>
          <p:cNvPr id="6" name="Footer Placeholder 5">
            <a:extLst>
              <a:ext uri="{FF2B5EF4-FFF2-40B4-BE49-F238E27FC236}">
                <a16:creationId xmlns:a16="http://schemas.microsoft.com/office/drawing/2014/main" id="{DC64C0E4-93F8-3F9D-6906-0FC58C754E1B}"/>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B8155FDC-CA31-4603-9373-293DC97B6E8C}"/>
              </a:ext>
            </a:extLst>
          </p:cNvPr>
          <p:cNvSpPr>
            <a:spLocks noGrp="1"/>
          </p:cNvSpPr>
          <p:nvPr>
            <p:ph type="sldNum" sz="quarter" idx="12"/>
          </p:nvPr>
        </p:nvSpPr>
        <p:spPr/>
        <p:txBody>
          <a:bodyPr/>
          <a:lstStyle/>
          <a:p>
            <a:fld id="{9E466063-05DE-4CAC-B7EF-DE8885C2CB8B}" type="slidenum">
              <a:rPr lang="en-CH" smtClean="0"/>
              <a:t>‹#›</a:t>
            </a:fld>
            <a:endParaRPr lang="en-CH"/>
          </a:p>
        </p:txBody>
      </p:sp>
    </p:spTree>
    <p:extLst>
      <p:ext uri="{BB962C8B-B14F-4D97-AF65-F5344CB8AC3E}">
        <p14:creationId xmlns:p14="http://schemas.microsoft.com/office/powerpoint/2010/main" val="35593173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of contents ">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0425" y="236399"/>
            <a:ext cx="5427663"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TABLE OF CONTENTS</a:t>
            </a:r>
          </a:p>
        </p:txBody>
      </p:sp>
      <p:pic>
        <p:nvPicPr>
          <p:cNvPr id="9" name="Picture 8">
            <a:extLst>
              <a:ext uri="{FF2B5EF4-FFF2-40B4-BE49-F238E27FC236}">
                <a16:creationId xmlns:a16="http://schemas.microsoft.com/office/drawing/2014/main" id="{A44A4867-714B-7143-B795-F9A3C80A447C}"/>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Text Placeholder 12">
            <a:extLst>
              <a:ext uri="{FF2B5EF4-FFF2-40B4-BE49-F238E27FC236}">
                <a16:creationId xmlns:a16="http://schemas.microsoft.com/office/drawing/2014/main" id="{66A1D419-1560-EF46-8AA3-7B0D49830ABF}"/>
              </a:ext>
            </a:extLst>
          </p:cNvPr>
          <p:cNvSpPr>
            <a:spLocks noGrp="1"/>
          </p:cNvSpPr>
          <p:nvPr>
            <p:ph type="body" sz="quarter" idx="10" hasCustomPrompt="1"/>
          </p:nvPr>
        </p:nvSpPr>
        <p:spPr>
          <a:xfrm>
            <a:off x="220663" y="1732914"/>
            <a:ext cx="5426075" cy="3713162"/>
          </a:xfrm>
        </p:spPr>
        <p:txBody>
          <a:bodyPr lIns="0" tIns="36000" rIns="0" bIns="0">
            <a:noAutofit/>
          </a:bodyPr>
          <a:lstStyle>
            <a:lvl1pPr marL="396004" indent="-396004" hangingPunct="0">
              <a:lnSpc>
                <a:spcPct val="80000"/>
              </a:lnSpc>
              <a:buFont typeface="+mj-lt"/>
              <a:buAutoNum type="arabicPeriod"/>
              <a:defRPr sz="2700">
                <a:solidFill>
                  <a:schemeClr val="tx1"/>
                </a:solidFill>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Title of chapter</a:t>
            </a:r>
          </a:p>
          <a:p>
            <a:pPr lvl="0"/>
            <a:r>
              <a:rPr lang="en-GB" noProof="0"/>
              <a:t>Title of chapter</a:t>
            </a:r>
          </a:p>
          <a:p>
            <a:pPr lvl="0"/>
            <a:r>
              <a:rPr lang="en-GB" noProof="0"/>
              <a:t>Title of next chapter</a:t>
            </a:r>
          </a:p>
          <a:p>
            <a:pPr lvl="0"/>
            <a:r>
              <a:rPr lang="en-GB" noProof="0"/>
              <a:t>Title of following chapter</a:t>
            </a:r>
          </a:p>
          <a:p>
            <a:pPr lvl="0"/>
            <a:r>
              <a:rPr lang="en-GB" noProof="0"/>
              <a:t>Title of chapter</a:t>
            </a:r>
          </a:p>
          <a:p>
            <a:pPr lvl="0"/>
            <a:r>
              <a:rPr lang="en-GB" noProof="0"/>
              <a:t>Conclusion</a:t>
            </a:r>
          </a:p>
        </p:txBody>
      </p:sp>
      <p:sp>
        <p:nvSpPr>
          <p:cNvPr id="8" name="Picture Placeholder 3">
            <a:extLst>
              <a:ext uri="{FF2B5EF4-FFF2-40B4-BE49-F238E27FC236}">
                <a16:creationId xmlns:a16="http://schemas.microsoft.com/office/drawing/2014/main" id="{E23FAADC-D8D1-394E-BCA5-0C112AB2F12D}"/>
              </a:ext>
            </a:extLst>
          </p:cNvPr>
          <p:cNvSpPr>
            <a:spLocks noGrp="1"/>
          </p:cNvSpPr>
          <p:nvPr>
            <p:ph type="pic" sz="quarter" idx="11" hasCustomPrompt="1"/>
          </p:nvPr>
        </p:nvSpPr>
        <p:spPr>
          <a:xfrm>
            <a:off x="6806595" y="1764317"/>
            <a:ext cx="4489200" cy="4485600"/>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 or delete for a white slide</a:t>
            </a:r>
          </a:p>
        </p:txBody>
      </p:sp>
    </p:spTree>
    <p:extLst>
      <p:ext uri="{BB962C8B-B14F-4D97-AF65-F5344CB8AC3E}">
        <p14:creationId xmlns:p14="http://schemas.microsoft.com/office/powerpoint/2010/main" val="3481386672"/>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4" userDrawn="1">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3" userDrawn="1">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of contents + colour or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0425" y="236399"/>
            <a:ext cx="5427663" cy="757376"/>
          </a:xfrm>
          <a:prstGeom prst="rect">
            <a:avLst/>
          </a:prstGeom>
        </p:spPr>
        <p:txBody>
          <a:bodyPr lIns="0" tIns="0" rIns="0" bIns="0" anchor="t">
            <a:noAutofit/>
          </a:bodyPr>
          <a:lstStyle>
            <a:lvl1pPr fontAlgn="t">
              <a:lnSpc>
                <a:spcPts val="3267"/>
              </a:lnSpc>
              <a:defRPr sz="3900" baseline="0">
                <a:solidFill>
                  <a:schemeClr val="bg1"/>
                </a:solidFill>
                <a:latin typeface="Olympic Headline" pitchFamily="2" charset="77"/>
              </a:defRPr>
            </a:lvl1pPr>
          </a:lstStyle>
          <a:p>
            <a:r>
              <a:rPr lang="en-GB" noProof="0"/>
              <a:t>TABLE OF CONTENTS</a:t>
            </a:r>
          </a:p>
        </p:txBody>
      </p:sp>
      <p:sp>
        <p:nvSpPr>
          <p:cNvPr id="6" name="Text Placeholder 12">
            <a:extLst>
              <a:ext uri="{FF2B5EF4-FFF2-40B4-BE49-F238E27FC236}">
                <a16:creationId xmlns:a16="http://schemas.microsoft.com/office/drawing/2014/main" id="{673A410A-E7A3-A248-BCB5-418B560CC53C}"/>
              </a:ext>
            </a:extLst>
          </p:cNvPr>
          <p:cNvSpPr>
            <a:spLocks noGrp="1"/>
          </p:cNvSpPr>
          <p:nvPr>
            <p:ph type="body" sz="quarter" idx="10" hasCustomPrompt="1"/>
          </p:nvPr>
        </p:nvSpPr>
        <p:spPr>
          <a:xfrm>
            <a:off x="220663" y="1732914"/>
            <a:ext cx="5426075" cy="3713162"/>
          </a:xfrm>
        </p:spPr>
        <p:txBody>
          <a:bodyPr lIns="0" tIns="36000" rIns="0" bIns="0">
            <a:noAutofit/>
          </a:bodyPr>
          <a:lstStyle>
            <a:lvl1pPr marL="396004" indent="-396004" hangingPunct="0">
              <a:lnSpc>
                <a:spcPct val="80000"/>
              </a:lnSpc>
              <a:buFont typeface="+mj-lt"/>
              <a:buAutoNum type="arabicPeriod"/>
              <a:defRPr sz="2700">
                <a:solidFill>
                  <a:schemeClr val="bg1"/>
                </a:solidFill>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Title of chapter</a:t>
            </a:r>
          </a:p>
          <a:p>
            <a:pPr lvl="0"/>
            <a:r>
              <a:rPr lang="en-GB" noProof="0"/>
              <a:t>Title of chapter</a:t>
            </a:r>
          </a:p>
          <a:p>
            <a:pPr lvl="0"/>
            <a:r>
              <a:rPr lang="en-GB" noProof="0"/>
              <a:t>Title of next chapter</a:t>
            </a:r>
          </a:p>
          <a:p>
            <a:pPr lvl="0"/>
            <a:r>
              <a:rPr lang="en-GB" noProof="0"/>
              <a:t>Title of following chapter</a:t>
            </a:r>
          </a:p>
          <a:p>
            <a:pPr lvl="0"/>
            <a:r>
              <a:rPr lang="en-GB" noProof="0"/>
              <a:t>Title of chapter</a:t>
            </a:r>
          </a:p>
          <a:p>
            <a:pPr lvl="0"/>
            <a:r>
              <a:rPr lang="en-GB" noProof="0"/>
              <a:t>Conclusion</a:t>
            </a:r>
          </a:p>
        </p:txBody>
      </p:sp>
      <p:pic>
        <p:nvPicPr>
          <p:cNvPr id="7" name="Picture 6">
            <a:extLst>
              <a:ext uri="{FF2B5EF4-FFF2-40B4-BE49-F238E27FC236}">
                <a16:creationId xmlns:a16="http://schemas.microsoft.com/office/drawing/2014/main" id="{982C67A8-4780-0443-A89B-EE5C277A3F33}"/>
              </a:ext>
            </a:extLst>
          </p:cNvPr>
          <p:cNvPicPr>
            <a:picLocks noChangeAspect="1"/>
          </p:cNvPicPr>
          <p:nvPr userDrawn="1"/>
        </p:nvPicPr>
        <p:blipFill>
          <a:blip r:embed="rId3"/>
          <a:stretch>
            <a:fillRect/>
          </a:stretch>
        </p:blipFill>
        <p:spPr>
          <a:xfrm>
            <a:off x="10277679" y="154222"/>
            <a:ext cx="1090409" cy="582378"/>
          </a:xfrm>
          <a:prstGeom prst="rect">
            <a:avLst/>
          </a:prstGeom>
        </p:spPr>
      </p:pic>
    </p:spTree>
    <p:extLst>
      <p:ext uri="{BB962C8B-B14F-4D97-AF65-F5344CB8AC3E}">
        <p14:creationId xmlns:p14="http://schemas.microsoft.com/office/powerpoint/2010/main" val="55001916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of contents + colour or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Text">
            <a:extLst>
              <a:ext uri="{FF2B5EF4-FFF2-40B4-BE49-F238E27FC236}">
                <a16:creationId xmlns:a16="http://schemas.microsoft.com/office/drawing/2014/main" id="{3C21B54D-6723-BA40-8DC9-37D049FA4392}"/>
              </a:ext>
            </a:extLst>
          </p:cNvPr>
          <p:cNvSpPr txBox="1">
            <a:spLocks noGrp="1"/>
          </p:cNvSpPr>
          <p:nvPr>
            <p:ph type="title" hasCustomPrompt="1"/>
          </p:nvPr>
        </p:nvSpPr>
        <p:spPr>
          <a:xfrm>
            <a:off x="220425" y="236399"/>
            <a:ext cx="5427663"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TABLE OF CONTENTS</a:t>
            </a:r>
          </a:p>
        </p:txBody>
      </p:sp>
      <p:pic>
        <p:nvPicPr>
          <p:cNvPr id="5" name="Picture 4">
            <a:extLst>
              <a:ext uri="{FF2B5EF4-FFF2-40B4-BE49-F238E27FC236}">
                <a16:creationId xmlns:a16="http://schemas.microsoft.com/office/drawing/2014/main" id="{DAB2B2C3-5EB1-144F-A6C4-B1BED468D89C}"/>
              </a:ext>
            </a:extLst>
          </p:cNvPr>
          <p:cNvPicPr>
            <a:picLocks noChangeAspect="1"/>
          </p:cNvPicPr>
          <p:nvPr userDrawn="1"/>
        </p:nvPicPr>
        <p:blipFill>
          <a:blip r:embed="rId3"/>
          <a:stretch>
            <a:fillRect/>
          </a:stretch>
        </p:blipFill>
        <p:spPr>
          <a:xfrm>
            <a:off x="10280646" y="153932"/>
            <a:ext cx="1090953" cy="582667"/>
          </a:xfrm>
          <a:prstGeom prst="rect">
            <a:avLst/>
          </a:prstGeom>
        </p:spPr>
      </p:pic>
      <p:sp>
        <p:nvSpPr>
          <p:cNvPr id="6" name="Text Placeholder 12">
            <a:extLst>
              <a:ext uri="{FF2B5EF4-FFF2-40B4-BE49-F238E27FC236}">
                <a16:creationId xmlns:a16="http://schemas.microsoft.com/office/drawing/2014/main" id="{59F3DBD4-925F-354E-B4EB-AA446D2F9586}"/>
              </a:ext>
            </a:extLst>
          </p:cNvPr>
          <p:cNvSpPr>
            <a:spLocks noGrp="1"/>
          </p:cNvSpPr>
          <p:nvPr>
            <p:ph type="body" sz="quarter" idx="10" hasCustomPrompt="1"/>
          </p:nvPr>
        </p:nvSpPr>
        <p:spPr>
          <a:xfrm>
            <a:off x="220663" y="1732914"/>
            <a:ext cx="5426075" cy="3713162"/>
          </a:xfrm>
        </p:spPr>
        <p:txBody>
          <a:bodyPr lIns="0" tIns="36000" rIns="0" bIns="0">
            <a:noAutofit/>
          </a:bodyPr>
          <a:lstStyle>
            <a:lvl1pPr marL="396004" indent="-396004" hangingPunct="0">
              <a:lnSpc>
                <a:spcPct val="80000"/>
              </a:lnSpc>
              <a:buFont typeface="+mj-lt"/>
              <a:buAutoNum type="arabicPeriod"/>
              <a:defRPr sz="2700">
                <a:solidFill>
                  <a:schemeClr val="tx1"/>
                </a:solidFill>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Title of chapter</a:t>
            </a:r>
          </a:p>
          <a:p>
            <a:pPr lvl="0"/>
            <a:r>
              <a:rPr lang="en-GB" noProof="0"/>
              <a:t>Title of chapter</a:t>
            </a:r>
          </a:p>
          <a:p>
            <a:pPr lvl="0"/>
            <a:r>
              <a:rPr lang="en-GB" noProof="0"/>
              <a:t>Title of next chapter</a:t>
            </a:r>
          </a:p>
          <a:p>
            <a:pPr lvl="0"/>
            <a:r>
              <a:rPr lang="en-GB" noProof="0"/>
              <a:t>Title of following chapter</a:t>
            </a:r>
          </a:p>
          <a:p>
            <a:pPr lvl="0"/>
            <a:r>
              <a:rPr lang="en-GB" noProof="0"/>
              <a:t>Title of chapter</a:t>
            </a:r>
          </a:p>
          <a:p>
            <a:pPr lvl="0"/>
            <a:r>
              <a:rPr lang="en-GB" noProof="0"/>
              <a:t>Conclusion</a:t>
            </a:r>
          </a:p>
        </p:txBody>
      </p:sp>
    </p:spTree>
    <p:extLst>
      <p:ext uri="{BB962C8B-B14F-4D97-AF65-F5344CB8AC3E}">
        <p14:creationId xmlns:p14="http://schemas.microsoft.com/office/powerpoint/2010/main" val="58161619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ansition colour or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Text">
            <a:extLst>
              <a:ext uri="{FF2B5EF4-FFF2-40B4-BE49-F238E27FC236}">
                <a16:creationId xmlns:a16="http://schemas.microsoft.com/office/drawing/2014/main" id="{EDB6B8B0-22F7-B44D-A83F-A3E5CD0E0D0A}"/>
              </a:ext>
            </a:extLst>
          </p:cNvPr>
          <p:cNvSpPr txBox="1">
            <a:spLocks noGrp="1"/>
          </p:cNvSpPr>
          <p:nvPr>
            <p:ph type="title" hasCustomPrompt="1"/>
          </p:nvPr>
        </p:nvSpPr>
        <p:spPr>
          <a:xfrm>
            <a:off x="210552" y="209777"/>
            <a:ext cx="8258762" cy="1422400"/>
          </a:xfrm>
          <a:prstGeom prst="rect">
            <a:avLst/>
          </a:prstGeom>
        </p:spPr>
        <p:txBody>
          <a:bodyPr lIns="0" anchor="t">
            <a:noAutofit/>
          </a:bodyPr>
          <a:lstStyle>
            <a:lvl1pPr fontAlgn="t">
              <a:lnSpc>
                <a:spcPts val="6017"/>
              </a:lnSpc>
              <a:defRPr sz="7392" baseline="0">
                <a:solidFill>
                  <a:schemeClr val="bg1"/>
                </a:solidFill>
                <a:latin typeface="Olympic Headline" pitchFamily="2" charset="77"/>
              </a:defRPr>
            </a:lvl1pPr>
          </a:lstStyle>
          <a:p>
            <a:r>
              <a:rPr lang="en-GB" noProof="0"/>
              <a:t>CHAPTER TITLE </a:t>
            </a:r>
            <a:br>
              <a:rPr lang="en-GB" noProof="0"/>
            </a:br>
            <a:r>
              <a:rPr lang="en-GB" noProof="0"/>
              <a:t>2 LINES MAX</a:t>
            </a:r>
          </a:p>
        </p:txBody>
      </p:sp>
      <p:pic>
        <p:nvPicPr>
          <p:cNvPr id="7" name="Picture 6">
            <a:extLst>
              <a:ext uri="{FF2B5EF4-FFF2-40B4-BE49-F238E27FC236}">
                <a16:creationId xmlns:a16="http://schemas.microsoft.com/office/drawing/2014/main" id="{828EF0C4-3F06-B744-A840-732C1979A123}"/>
              </a:ext>
            </a:extLst>
          </p:cNvPr>
          <p:cNvPicPr>
            <a:picLocks noChangeAspect="1"/>
          </p:cNvPicPr>
          <p:nvPr userDrawn="1"/>
        </p:nvPicPr>
        <p:blipFill>
          <a:blip r:embed="rId3"/>
          <a:stretch>
            <a:fillRect/>
          </a:stretch>
        </p:blipFill>
        <p:spPr>
          <a:xfrm>
            <a:off x="9732246" y="106998"/>
            <a:ext cx="1689018" cy="902089"/>
          </a:xfrm>
          <a:prstGeom prst="rect">
            <a:avLst/>
          </a:prstGeom>
        </p:spPr>
      </p:pic>
    </p:spTree>
    <p:extLst>
      <p:ext uri="{BB962C8B-B14F-4D97-AF65-F5344CB8AC3E}">
        <p14:creationId xmlns:p14="http://schemas.microsoft.com/office/powerpoint/2010/main" val="416734622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ansition colour or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Text">
            <a:extLst>
              <a:ext uri="{FF2B5EF4-FFF2-40B4-BE49-F238E27FC236}">
                <a16:creationId xmlns:a16="http://schemas.microsoft.com/office/drawing/2014/main" id="{EDB6B8B0-22F7-B44D-A83F-A3E5CD0E0D0A}"/>
              </a:ext>
            </a:extLst>
          </p:cNvPr>
          <p:cNvSpPr txBox="1">
            <a:spLocks noGrp="1"/>
          </p:cNvSpPr>
          <p:nvPr>
            <p:ph type="title" hasCustomPrompt="1"/>
          </p:nvPr>
        </p:nvSpPr>
        <p:spPr>
          <a:xfrm>
            <a:off x="210552" y="209777"/>
            <a:ext cx="8258762" cy="1422400"/>
          </a:xfrm>
          <a:prstGeom prst="rect">
            <a:avLst/>
          </a:prstGeom>
        </p:spPr>
        <p:txBody>
          <a:bodyPr lIns="0" anchor="t">
            <a:noAutofit/>
          </a:bodyPr>
          <a:lstStyle>
            <a:lvl1pPr fontAlgn="t">
              <a:lnSpc>
                <a:spcPts val="6017"/>
              </a:lnSpc>
              <a:defRPr sz="7392" baseline="0">
                <a:solidFill>
                  <a:schemeClr val="tx1"/>
                </a:solidFill>
                <a:latin typeface="Olympic Headline" pitchFamily="2" charset="77"/>
              </a:defRPr>
            </a:lvl1pPr>
          </a:lstStyle>
          <a:p>
            <a:r>
              <a:rPr lang="en-GB" noProof="0"/>
              <a:t>CHAPTER TITLE </a:t>
            </a:r>
            <a:br>
              <a:rPr lang="en-GB" noProof="0"/>
            </a:br>
            <a:r>
              <a:rPr lang="en-GB" noProof="0"/>
              <a:t>2 LINES MAX</a:t>
            </a:r>
          </a:p>
        </p:txBody>
      </p:sp>
      <p:pic>
        <p:nvPicPr>
          <p:cNvPr id="5" name="Picture 4">
            <a:extLst>
              <a:ext uri="{FF2B5EF4-FFF2-40B4-BE49-F238E27FC236}">
                <a16:creationId xmlns:a16="http://schemas.microsoft.com/office/drawing/2014/main" id="{F49DDBF6-2DC2-BB44-B95B-3BC3BB26B321}"/>
              </a:ext>
            </a:extLst>
          </p:cNvPr>
          <p:cNvPicPr>
            <a:picLocks noChangeAspect="1"/>
          </p:cNvPicPr>
          <p:nvPr userDrawn="1"/>
        </p:nvPicPr>
        <p:blipFill>
          <a:blip r:embed="rId3"/>
          <a:stretch>
            <a:fillRect/>
          </a:stretch>
        </p:blipFill>
        <p:spPr>
          <a:xfrm>
            <a:off x="9731414" y="106998"/>
            <a:ext cx="1689021" cy="902089"/>
          </a:xfrm>
          <a:prstGeom prst="rect">
            <a:avLst/>
          </a:prstGeom>
        </p:spPr>
      </p:pic>
    </p:spTree>
    <p:extLst>
      <p:ext uri="{BB962C8B-B14F-4D97-AF65-F5344CB8AC3E}">
        <p14:creationId xmlns:p14="http://schemas.microsoft.com/office/powerpoint/2010/main" val="188895223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ansition colour or image + white text +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Text">
            <a:extLst>
              <a:ext uri="{FF2B5EF4-FFF2-40B4-BE49-F238E27FC236}">
                <a16:creationId xmlns:a16="http://schemas.microsoft.com/office/drawing/2014/main" id="{555E6AF3-945B-564A-8DD4-AA8CA7FE2C74}"/>
              </a:ext>
            </a:extLst>
          </p:cNvPr>
          <p:cNvSpPr txBox="1">
            <a:spLocks noGrp="1"/>
          </p:cNvSpPr>
          <p:nvPr>
            <p:ph type="title" hasCustomPrompt="1"/>
          </p:nvPr>
        </p:nvSpPr>
        <p:spPr>
          <a:xfrm>
            <a:off x="210551" y="209777"/>
            <a:ext cx="7320549" cy="680682"/>
          </a:xfrm>
          <a:prstGeom prst="rect">
            <a:avLst/>
          </a:prstGeom>
        </p:spPr>
        <p:txBody>
          <a:bodyPr lIns="0" anchor="t">
            <a:noAutofit/>
          </a:bodyPr>
          <a:lstStyle>
            <a:lvl1pPr fontAlgn="t">
              <a:lnSpc>
                <a:spcPts val="6017"/>
              </a:lnSpc>
              <a:defRPr sz="7392" baseline="0">
                <a:solidFill>
                  <a:schemeClr val="bg1"/>
                </a:solidFill>
                <a:latin typeface="Olympic Headline" pitchFamily="2" charset="77"/>
              </a:defRPr>
            </a:lvl1pPr>
          </a:lstStyle>
          <a:p>
            <a:r>
              <a:rPr lang="en-GB" noProof="0"/>
              <a:t>CHAPTER TITLE 1 line </a:t>
            </a:r>
          </a:p>
        </p:txBody>
      </p:sp>
      <p:sp>
        <p:nvSpPr>
          <p:cNvPr id="6" name="Text Placeholder 3">
            <a:extLst>
              <a:ext uri="{FF2B5EF4-FFF2-40B4-BE49-F238E27FC236}">
                <a16:creationId xmlns:a16="http://schemas.microsoft.com/office/drawing/2014/main" id="{EA71C916-8749-FE4F-9A43-66DCB3671703}"/>
              </a:ext>
            </a:extLst>
          </p:cNvPr>
          <p:cNvSpPr>
            <a:spLocks noGrp="1"/>
          </p:cNvSpPr>
          <p:nvPr>
            <p:ph type="body" sz="half" idx="11" hasCustomPrompt="1"/>
          </p:nvPr>
        </p:nvSpPr>
        <p:spPr>
          <a:xfrm>
            <a:off x="214570" y="1180607"/>
            <a:ext cx="4487863" cy="1208343"/>
          </a:xfrm>
          <a:prstGeom prst="rect">
            <a:avLst/>
          </a:prstGeom>
        </p:spPr>
        <p:txBody>
          <a:bodyPr lIns="0" tIns="0" rIns="0" bIns="0" anchor="t" anchorCtr="0">
            <a:noAutofit/>
          </a:bodyPr>
          <a:lstStyle>
            <a:lvl1pPr marL="0" indent="0">
              <a:lnSpc>
                <a:spcPts val="2940"/>
              </a:lnSpc>
              <a:spcBef>
                <a:spcPts val="0"/>
              </a:spcBef>
              <a:buNone/>
              <a:defRPr sz="2800" b="0" i="0">
                <a:solidFill>
                  <a:schemeClr val="bg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Chapter subtitle</a:t>
            </a:r>
            <a:br>
              <a:rPr lang="en-GB" noProof="0"/>
            </a:br>
            <a:r>
              <a:rPr lang="en-GB" noProof="0"/>
              <a:t>and supporting text.</a:t>
            </a:r>
          </a:p>
        </p:txBody>
      </p:sp>
      <p:pic>
        <p:nvPicPr>
          <p:cNvPr id="5" name="Picture 4">
            <a:extLst>
              <a:ext uri="{FF2B5EF4-FFF2-40B4-BE49-F238E27FC236}">
                <a16:creationId xmlns:a16="http://schemas.microsoft.com/office/drawing/2014/main" id="{D8451FE5-4607-A34D-BABB-E252E78514C5}"/>
              </a:ext>
            </a:extLst>
          </p:cNvPr>
          <p:cNvPicPr>
            <a:picLocks noChangeAspect="1"/>
          </p:cNvPicPr>
          <p:nvPr userDrawn="1"/>
        </p:nvPicPr>
        <p:blipFill>
          <a:blip r:embed="rId3"/>
          <a:stretch>
            <a:fillRect/>
          </a:stretch>
        </p:blipFill>
        <p:spPr>
          <a:xfrm>
            <a:off x="9732246" y="106998"/>
            <a:ext cx="1689018" cy="902089"/>
          </a:xfrm>
          <a:prstGeom prst="rect">
            <a:avLst/>
          </a:prstGeom>
        </p:spPr>
      </p:pic>
    </p:spTree>
    <p:extLst>
      <p:ext uri="{BB962C8B-B14F-4D97-AF65-F5344CB8AC3E}">
        <p14:creationId xmlns:p14="http://schemas.microsoft.com/office/powerpoint/2010/main" val="264609986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7" userDrawn="1">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7" userDrawn="1">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ansition colour or image + black text +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Text">
            <a:extLst>
              <a:ext uri="{FF2B5EF4-FFF2-40B4-BE49-F238E27FC236}">
                <a16:creationId xmlns:a16="http://schemas.microsoft.com/office/drawing/2014/main" id="{555E6AF3-945B-564A-8DD4-AA8CA7FE2C74}"/>
              </a:ext>
            </a:extLst>
          </p:cNvPr>
          <p:cNvSpPr txBox="1">
            <a:spLocks noGrp="1"/>
          </p:cNvSpPr>
          <p:nvPr>
            <p:ph type="title" hasCustomPrompt="1"/>
          </p:nvPr>
        </p:nvSpPr>
        <p:spPr>
          <a:xfrm>
            <a:off x="210551" y="209777"/>
            <a:ext cx="7320549" cy="680682"/>
          </a:xfrm>
          <a:prstGeom prst="rect">
            <a:avLst/>
          </a:prstGeom>
        </p:spPr>
        <p:txBody>
          <a:bodyPr lIns="0" anchor="t">
            <a:noAutofit/>
          </a:bodyPr>
          <a:lstStyle>
            <a:lvl1pPr fontAlgn="t">
              <a:lnSpc>
                <a:spcPts val="6017"/>
              </a:lnSpc>
              <a:defRPr sz="7392" baseline="0">
                <a:solidFill>
                  <a:schemeClr val="tx1"/>
                </a:solidFill>
                <a:latin typeface="Olympic Headline" pitchFamily="2" charset="77"/>
              </a:defRPr>
            </a:lvl1pPr>
          </a:lstStyle>
          <a:p>
            <a:r>
              <a:rPr lang="en-GB" noProof="0"/>
              <a:t>CHAPTER TITLE 1 line </a:t>
            </a:r>
          </a:p>
        </p:txBody>
      </p:sp>
      <p:sp>
        <p:nvSpPr>
          <p:cNvPr id="6" name="Text Placeholder 3">
            <a:extLst>
              <a:ext uri="{FF2B5EF4-FFF2-40B4-BE49-F238E27FC236}">
                <a16:creationId xmlns:a16="http://schemas.microsoft.com/office/drawing/2014/main" id="{EA71C916-8749-FE4F-9A43-66DCB3671703}"/>
              </a:ext>
            </a:extLst>
          </p:cNvPr>
          <p:cNvSpPr>
            <a:spLocks noGrp="1"/>
          </p:cNvSpPr>
          <p:nvPr>
            <p:ph type="body" sz="half" idx="11" hasCustomPrompt="1"/>
          </p:nvPr>
        </p:nvSpPr>
        <p:spPr>
          <a:xfrm>
            <a:off x="214570" y="1180607"/>
            <a:ext cx="4487863" cy="1208343"/>
          </a:xfrm>
          <a:prstGeom prst="rect">
            <a:avLst/>
          </a:prstGeom>
        </p:spPr>
        <p:txBody>
          <a:bodyPr lIns="0" tIns="0" rIns="0" bIns="0" anchor="t" anchorCtr="0">
            <a:noAutofit/>
          </a:bodyPr>
          <a:lstStyle>
            <a:lvl1pPr marL="0" indent="0">
              <a:lnSpc>
                <a:spcPts val="2940"/>
              </a:lnSpc>
              <a:spcBef>
                <a:spcPts val="0"/>
              </a:spcBef>
              <a:buNone/>
              <a:defRPr sz="2800" b="0" i="0">
                <a:solidFill>
                  <a:schemeClr val="tx1"/>
                </a:solidFill>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Chapter subtitle</a:t>
            </a:r>
            <a:br>
              <a:rPr lang="en-GB" noProof="0"/>
            </a:br>
            <a:r>
              <a:rPr lang="en-GB" noProof="0"/>
              <a:t>and supporting text.</a:t>
            </a:r>
          </a:p>
        </p:txBody>
      </p:sp>
      <p:pic>
        <p:nvPicPr>
          <p:cNvPr id="8" name="Picture 7">
            <a:extLst>
              <a:ext uri="{FF2B5EF4-FFF2-40B4-BE49-F238E27FC236}">
                <a16:creationId xmlns:a16="http://schemas.microsoft.com/office/drawing/2014/main" id="{CE26571D-C4F6-8343-BF8B-3E9E9308E1E2}"/>
              </a:ext>
            </a:extLst>
          </p:cNvPr>
          <p:cNvPicPr>
            <a:picLocks noChangeAspect="1"/>
          </p:cNvPicPr>
          <p:nvPr userDrawn="1"/>
        </p:nvPicPr>
        <p:blipFill>
          <a:blip r:embed="rId3"/>
          <a:stretch>
            <a:fillRect/>
          </a:stretch>
        </p:blipFill>
        <p:spPr>
          <a:xfrm>
            <a:off x="9731414" y="106998"/>
            <a:ext cx="1689021" cy="902089"/>
          </a:xfrm>
          <a:prstGeom prst="rect">
            <a:avLst/>
          </a:prstGeom>
        </p:spPr>
      </p:pic>
    </p:spTree>
    <p:extLst>
      <p:ext uri="{BB962C8B-B14F-4D97-AF65-F5344CB8AC3E}">
        <p14:creationId xmlns:p14="http://schemas.microsoft.com/office/powerpoint/2010/main" val="379505229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7">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lternate transition colour or image + white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Text">
            <a:extLst>
              <a:ext uri="{FF2B5EF4-FFF2-40B4-BE49-F238E27FC236}">
                <a16:creationId xmlns:a16="http://schemas.microsoft.com/office/drawing/2014/main" id="{A68C471E-762F-2D42-9C6F-A6F383B10DCB}"/>
              </a:ext>
            </a:extLst>
          </p:cNvPr>
          <p:cNvSpPr txBox="1">
            <a:spLocks noGrp="1"/>
          </p:cNvSpPr>
          <p:nvPr>
            <p:ph type="title" hasCustomPrompt="1"/>
          </p:nvPr>
        </p:nvSpPr>
        <p:spPr>
          <a:xfrm>
            <a:off x="210344" y="224953"/>
            <a:ext cx="6377781" cy="6028209"/>
          </a:xfrm>
          <a:prstGeom prst="rect">
            <a:avLst/>
          </a:prstGeom>
        </p:spPr>
        <p:txBody>
          <a:bodyPr wrap="square" lIns="0" tIns="144000" rIns="0" bIns="36000" anchor="t">
            <a:noAutofit/>
          </a:bodyPr>
          <a:lstStyle>
            <a:lvl1pPr fontAlgn="t">
              <a:lnSpc>
                <a:spcPts val="12089"/>
              </a:lnSpc>
              <a:defRPr sz="16043" baseline="0">
                <a:solidFill>
                  <a:schemeClr val="bg1"/>
                </a:solidFill>
                <a:latin typeface="Olympic Headline Condensed" pitchFamily="2" charset="77"/>
              </a:defRPr>
            </a:lvl1pPr>
          </a:lstStyle>
          <a:p>
            <a:r>
              <a:rPr lang="en-GB" noProof="0"/>
              <a:t>CHAPTER</a:t>
            </a:r>
            <a:br>
              <a:rPr lang="en-GB" noProof="0"/>
            </a:br>
            <a:r>
              <a:rPr lang="en-GB" noProof="0"/>
              <a:t>TITLE</a:t>
            </a:r>
            <a:br>
              <a:rPr lang="en-GB" noProof="0"/>
            </a:br>
            <a:r>
              <a:rPr lang="en-GB" noProof="0"/>
              <a:t>FOUR LINES</a:t>
            </a:r>
            <a:br>
              <a:rPr lang="en-GB" noProof="0"/>
            </a:br>
            <a:r>
              <a:rPr lang="en-GB" noProof="0"/>
              <a:t>MAX</a:t>
            </a:r>
          </a:p>
        </p:txBody>
      </p:sp>
      <p:pic>
        <p:nvPicPr>
          <p:cNvPr id="4" name="Picture 3">
            <a:extLst>
              <a:ext uri="{FF2B5EF4-FFF2-40B4-BE49-F238E27FC236}">
                <a16:creationId xmlns:a16="http://schemas.microsoft.com/office/drawing/2014/main" id="{36D19361-289D-7C42-AB89-09A955D4311F}"/>
              </a:ext>
            </a:extLst>
          </p:cNvPr>
          <p:cNvPicPr>
            <a:picLocks noChangeAspect="1"/>
          </p:cNvPicPr>
          <p:nvPr userDrawn="1"/>
        </p:nvPicPr>
        <p:blipFill>
          <a:blip r:embed="rId3"/>
          <a:stretch>
            <a:fillRect/>
          </a:stretch>
        </p:blipFill>
        <p:spPr>
          <a:xfrm>
            <a:off x="9732246" y="106998"/>
            <a:ext cx="1689018" cy="902089"/>
          </a:xfrm>
          <a:prstGeom prst="rect">
            <a:avLst/>
          </a:prstGeom>
        </p:spPr>
      </p:pic>
    </p:spTree>
    <p:extLst>
      <p:ext uri="{BB962C8B-B14F-4D97-AF65-F5344CB8AC3E}">
        <p14:creationId xmlns:p14="http://schemas.microsoft.com/office/powerpoint/2010/main" val="83455915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userDrawn="1">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lternate transition colour or image + black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Text">
            <a:extLst>
              <a:ext uri="{FF2B5EF4-FFF2-40B4-BE49-F238E27FC236}">
                <a16:creationId xmlns:a16="http://schemas.microsoft.com/office/drawing/2014/main" id="{A68C471E-762F-2D42-9C6F-A6F383B10DCB}"/>
              </a:ext>
            </a:extLst>
          </p:cNvPr>
          <p:cNvSpPr txBox="1">
            <a:spLocks noGrp="1"/>
          </p:cNvSpPr>
          <p:nvPr>
            <p:ph type="title" hasCustomPrompt="1"/>
          </p:nvPr>
        </p:nvSpPr>
        <p:spPr>
          <a:xfrm>
            <a:off x="210344" y="224953"/>
            <a:ext cx="6377781" cy="6028209"/>
          </a:xfrm>
          <a:prstGeom prst="rect">
            <a:avLst/>
          </a:prstGeom>
        </p:spPr>
        <p:txBody>
          <a:bodyPr wrap="square" lIns="0" tIns="144000" rIns="0" bIns="36000" anchor="t">
            <a:noAutofit/>
          </a:bodyPr>
          <a:lstStyle>
            <a:lvl1pPr fontAlgn="t">
              <a:lnSpc>
                <a:spcPts val="12089"/>
              </a:lnSpc>
              <a:defRPr sz="16043" baseline="0">
                <a:solidFill>
                  <a:schemeClr val="tx1"/>
                </a:solidFill>
                <a:latin typeface="Olympic Headline Condensed" pitchFamily="2" charset="77"/>
              </a:defRPr>
            </a:lvl1pPr>
          </a:lstStyle>
          <a:p>
            <a:r>
              <a:rPr lang="en-GB" noProof="0"/>
              <a:t>CHAPTER </a:t>
            </a:r>
            <a:br>
              <a:rPr lang="en-GB" noProof="0"/>
            </a:br>
            <a:r>
              <a:rPr lang="en-GB" noProof="0"/>
              <a:t>TITLE</a:t>
            </a:r>
            <a:br>
              <a:rPr lang="en-GB" noProof="0"/>
            </a:br>
            <a:r>
              <a:rPr lang="en-GB" noProof="0"/>
              <a:t>FOUR LINES</a:t>
            </a:r>
            <a:br>
              <a:rPr lang="en-GB" noProof="0"/>
            </a:br>
            <a:r>
              <a:rPr lang="en-GB" noProof="0"/>
              <a:t>MAX</a:t>
            </a:r>
          </a:p>
        </p:txBody>
      </p:sp>
      <p:pic>
        <p:nvPicPr>
          <p:cNvPr id="5" name="Picture 4">
            <a:extLst>
              <a:ext uri="{FF2B5EF4-FFF2-40B4-BE49-F238E27FC236}">
                <a16:creationId xmlns:a16="http://schemas.microsoft.com/office/drawing/2014/main" id="{E667D52C-8B9F-BE49-A02F-4D102F77747B}"/>
              </a:ext>
            </a:extLst>
          </p:cNvPr>
          <p:cNvPicPr>
            <a:picLocks noChangeAspect="1"/>
          </p:cNvPicPr>
          <p:nvPr userDrawn="1"/>
        </p:nvPicPr>
        <p:blipFill>
          <a:blip r:embed="rId3"/>
          <a:stretch>
            <a:fillRect/>
          </a:stretch>
        </p:blipFill>
        <p:spPr>
          <a:xfrm>
            <a:off x="9731414" y="106998"/>
            <a:ext cx="1689021" cy="902089"/>
          </a:xfrm>
          <a:prstGeom prst="rect">
            <a:avLst/>
          </a:prstGeom>
        </p:spPr>
      </p:pic>
    </p:spTree>
    <p:extLst>
      <p:ext uri="{BB962C8B-B14F-4D97-AF65-F5344CB8AC3E}">
        <p14:creationId xmlns:p14="http://schemas.microsoft.com/office/powerpoint/2010/main" val="46947690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hite feature text + image or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A1010A-0E7B-4242-94BD-617ED4ABDF6D}"/>
              </a:ext>
            </a:extLst>
          </p:cNvPr>
          <p:cNvPicPr>
            <a:picLocks noChangeAspect="1"/>
          </p:cNvPicPr>
          <p:nvPr userDrawn="1"/>
        </p:nvPicPr>
        <p:blipFill>
          <a:blip r:embed="rId3"/>
          <a:stretch>
            <a:fillRect/>
          </a:stretch>
        </p:blipFill>
        <p:spPr>
          <a:xfrm>
            <a:off x="9732246" y="106998"/>
            <a:ext cx="1689018" cy="902089"/>
          </a:xfrm>
          <a:prstGeom prst="rect">
            <a:avLst/>
          </a:prstGeom>
        </p:spPr>
      </p:pic>
      <p:sp>
        <p:nvSpPr>
          <p:cNvPr id="6" name="Text Placeholder 12">
            <a:extLst>
              <a:ext uri="{FF2B5EF4-FFF2-40B4-BE49-F238E27FC236}">
                <a16:creationId xmlns:a16="http://schemas.microsoft.com/office/drawing/2014/main" id="{C006EBFB-46C4-C948-840A-952A32FF6DBC}"/>
              </a:ext>
            </a:extLst>
          </p:cNvPr>
          <p:cNvSpPr>
            <a:spLocks noGrp="1"/>
          </p:cNvSpPr>
          <p:nvPr>
            <p:ph type="body" sz="quarter" idx="11" hasCustomPrompt="1"/>
          </p:nvPr>
        </p:nvSpPr>
        <p:spPr>
          <a:xfrm>
            <a:off x="227013" y="209659"/>
            <a:ext cx="7304087" cy="2319229"/>
          </a:xfrm>
        </p:spPr>
        <p:txBody>
          <a:bodyPr lIns="0" tIns="0" rIns="0" bIns="0">
            <a:noAutofit/>
          </a:bodyPr>
          <a:lstStyle>
            <a:lvl1pPr marL="0" indent="0">
              <a:lnSpc>
                <a:spcPct val="95000"/>
              </a:lnSpc>
              <a:spcBef>
                <a:spcPts val="0"/>
              </a:spcBef>
              <a:buFont typeface="+mj-lt"/>
              <a:buNone/>
              <a:defRPr lang="en-US" sz="2800" dirty="0">
                <a:solidFill>
                  <a:schemeClr val="bg2"/>
                </a:solidFill>
                <a:latin typeface="Olympic Serif" panose="02020503060206060203" pitchFamily="18" charset="77"/>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Lorem ipsum </a:t>
            </a:r>
            <a:r>
              <a:rPr lang="en-GB" noProof="0" err="1"/>
              <a:t>dolor</a:t>
            </a:r>
            <a:r>
              <a:rPr lang="en-GB" noProof="0"/>
              <a:t> sit </a:t>
            </a:r>
            <a:r>
              <a:rPr lang="en-GB" noProof="0" err="1"/>
              <a:t>amet</a:t>
            </a:r>
            <a:r>
              <a:rPr lang="en-GB" noProof="0"/>
              <a:t>, </a:t>
            </a:r>
            <a:r>
              <a:rPr lang="en-GB" noProof="0" err="1"/>
              <a:t>consectetur</a:t>
            </a:r>
            <a:r>
              <a:rPr lang="en-GB" noProof="0"/>
              <a:t> </a:t>
            </a:r>
            <a:r>
              <a:rPr lang="en-GB" noProof="0" err="1"/>
              <a:t>adipiscing</a:t>
            </a:r>
            <a:r>
              <a:rPr lang="en-GB" noProof="0"/>
              <a:t> </a:t>
            </a:r>
            <a:r>
              <a:rPr lang="en-GB" noProof="0" err="1"/>
              <a:t>elit</a:t>
            </a:r>
            <a:r>
              <a:rPr lang="en-GB" noProof="0"/>
              <a:t>, </a:t>
            </a:r>
            <a:r>
              <a:rPr lang="en-GB" noProof="0" err="1"/>
              <a:t>sed</a:t>
            </a:r>
            <a:r>
              <a:rPr lang="en-GB" noProof="0"/>
              <a:t> do </a:t>
            </a:r>
            <a:r>
              <a:rPr lang="en-GB" noProof="0" err="1"/>
              <a:t>eiusmod</a:t>
            </a:r>
            <a:r>
              <a:rPr lang="en-GB" noProof="0"/>
              <a:t> </a:t>
            </a:r>
            <a:r>
              <a:rPr lang="en-GB" noProof="0" err="1"/>
              <a:t>tempor</a:t>
            </a:r>
            <a:r>
              <a:rPr lang="en-GB" noProof="0"/>
              <a:t> </a:t>
            </a:r>
            <a:r>
              <a:rPr lang="en-GB" noProof="0" err="1"/>
              <a:t>incididunt</a:t>
            </a:r>
            <a:r>
              <a:rPr lang="en-GB" noProof="0"/>
              <a:t> </a:t>
            </a:r>
            <a:r>
              <a:rPr lang="en-GB" noProof="0" err="1"/>
              <a:t>ut</a:t>
            </a:r>
            <a:r>
              <a:rPr lang="en-GB" noProof="0"/>
              <a:t> </a:t>
            </a:r>
            <a:r>
              <a:rPr lang="en-GB" noProof="0" err="1"/>
              <a:t>labore</a:t>
            </a:r>
            <a:r>
              <a:rPr lang="en-GB" noProof="0"/>
              <a:t> et dolore magna </a:t>
            </a:r>
            <a:r>
              <a:rPr lang="en-GB" noProof="0" err="1"/>
              <a:t>aliqua</a:t>
            </a:r>
            <a:r>
              <a:rPr lang="en-GB" noProof="0"/>
              <a:t>. Ut </a:t>
            </a:r>
            <a:r>
              <a:rPr lang="en-GB" noProof="0" err="1"/>
              <a:t>enim</a:t>
            </a:r>
            <a:r>
              <a:rPr lang="en-GB" noProof="0"/>
              <a:t> ad minim </a:t>
            </a:r>
            <a:r>
              <a:rPr lang="en-GB" noProof="0" err="1"/>
              <a:t>veniam</a:t>
            </a:r>
            <a:r>
              <a:rPr lang="en-GB" noProof="0"/>
              <a:t>, </a:t>
            </a:r>
            <a:r>
              <a:rPr lang="en-GB" noProof="0" err="1"/>
              <a:t>quis</a:t>
            </a:r>
            <a:r>
              <a:rPr lang="en-GB" noProof="0"/>
              <a:t> </a:t>
            </a:r>
            <a:r>
              <a:rPr lang="en-GB" noProof="0" err="1"/>
              <a:t>nostrud</a:t>
            </a:r>
            <a:r>
              <a:rPr lang="en-GB" noProof="0"/>
              <a:t> exercitation </a:t>
            </a:r>
            <a:r>
              <a:rPr lang="en-GB" noProof="0" err="1"/>
              <a:t>ullamco</a:t>
            </a:r>
            <a:r>
              <a:rPr lang="en-GB" noProof="0"/>
              <a:t> </a:t>
            </a:r>
            <a:r>
              <a:rPr lang="en-GB" noProof="0" err="1"/>
              <a:t>laboris</a:t>
            </a:r>
            <a:r>
              <a:rPr lang="en-GB" noProof="0"/>
              <a:t> nisi </a:t>
            </a:r>
            <a:r>
              <a:rPr lang="en-GB" noProof="0" err="1"/>
              <a:t>ut</a:t>
            </a:r>
            <a:r>
              <a:rPr lang="en-GB" noProof="0"/>
              <a:t> </a:t>
            </a:r>
            <a:r>
              <a:rPr lang="en-GB" noProof="0" err="1"/>
              <a:t>aliquip</a:t>
            </a:r>
            <a:r>
              <a:rPr lang="en-GB" noProof="0"/>
              <a:t> </a:t>
            </a:r>
            <a:br>
              <a:rPr lang="en-GB" noProof="0"/>
            </a:br>
            <a:r>
              <a:rPr lang="en-GB" noProof="0"/>
              <a:t>ex </a:t>
            </a:r>
            <a:r>
              <a:rPr lang="en-GB" noProof="0" err="1"/>
              <a:t>ea</a:t>
            </a:r>
            <a:r>
              <a:rPr lang="en-GB" noProof="0"/>
              <a:t> </a:t>
            </a:r>
            <a:r>
              <a:rPr lang="en-GB" noProof="0" err="1"/>
              <a:t>commodo</a:t>
            </a:r>
            <a:r>
              <a:rPr lang="en-GB" noProof="0"/>
              <a:t> </a:t>
            </a:r>
            <a:r>
              <a:rPr lang="en-GB" noProof="0" err="1"/>
              <a:t>consequat</a:t>
            </a:r>
            <a:r>
              <a:rPr lang="en-GB" noProof="0"/>
              <a:t>.</a:t>
            </a:r>
          </a:p>
        </p:txBody>
      </p:sp>
    </p:spTree>
    <p:extLst>
      <p:ext uri="{BB962C8B-B14F-4D97-AF65-F5344CB8AC3E}">
        <p14:creationId xmlns:p14="http://schemas.microsoft.com/office/powerpoint/2010/main" val="148158609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ck feature text + image or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F5F9141-5983-AA4B-B030-DA6FC08B5822}"/>
              </a:ext>
            </a:extLst>
          </p:cNvPr>
          <p:cNvPicPr>
            <a:picLocks noChangeAspect="1"/>
          </p:cNvPicPr>
          <p:nvPr userDrawn="1"/>
        </p:nvPicPr>
        <p:blipFill>
          <a:blip r:embed="rId3"/>
          <a:stretch>
            <a:fillRect/>
          </a:stretch>
        </p:blipFill>
        <p:spPr>
          <a:xfrm>
            <a:off x="9731414" y="106998"/>
            <a:ext cx="1689021" cy="902089"/>
          </a:xfrm>
          <a:prstGeom prst="rect">
            <a:avLst/>
          </a:prstGeom>
        </p:spPr>
      </p:pic>
      <p:sp>
        <p:nvSpPr>
          <p:cNvPr id="4" name="Text Placeholder 12">
            <a:extLst>
              <a:ext uri="{FF2B5EF4-FFF2-40B4-BE49-F238E27FC236}">
                <a16:creationId xmlns:a16="http://schemas.microsoft.com/office/drawing/2014/main" id="{B335502F-734D-CE47-A8D7-005F7D589BB8}"/>
              </a:ext>
            </a:extLst>
          </p:cNvPr>
          <p:cNvSpPr>
            <a:spLocks noGrp="1"/>
          </p:cNvSpPr>
          <p:nvPr>
            <p:ph type="body" sz="quarter" idx="11" hasCustomPrompt="1"/>
          </p:nvPr>
        </p:nvSpPr>
        <p:spPr>
          <a:xfrm>
            <a:off x="227013" y="209659"/>
            <a:ext cx="7304087" cy="2319229"/>
          </a:xfrm>
        </p:spPr>
        <p:txBody>
          <a:bodyPr lIns="0" tIns="0" rIns="0" bIns="0">
            <a:noAutofit/>
          </a:bodyPr>
          <a:lstStyle>
            <a:lvl1pPr marL="0" indent="0">
              <a:lnSpc>
                <a:spcPct val="95000"/>
              </a:lnSpc>
              <a:spcBef>
                <a:spcPts val="0"/>
              </a:spcBef>
              <a:buFont typeface="+mj-lt"/>
              <a:buNone/>
              <a:defRPr lang="en-US" sz="2800" dirty="0">
                <a:solidFill>
                  <a:schemeClr val="tx1"/>
                </a:solidFill>
                <a:latin typeface="Olympic Serif" panose="02020503060206060203" pitchFamily="18" charset="77"/>
              </a:defRPr>
            </a:lvl1pPr>
            <a:lvl2pPr>
              <a:buFont typeface="+mj-lt"/>
              <a:buAutoNum type="arabicPeriod"/>
              <a:defRPr/>
            </a:lvl2pPr>
            <a:lvl3pPr>
              <a:buFont typeface="+mj-lt"/>
              <a:buAutoNum type="arabicPeriod"/>
              <a:defRPr/>
            </a:lvl3pPr>
            <a:lvl4pPr>
              <a:buFont typeface="+mj-lt"/>
              <a:buAutoNum type="arabicPeriod"/>
              <a:defRPr/>
            </a:lvl4pPr>
            <a:lvl5pPr>
              <a:buFont typeface="+mj-lt"/>
              <a:buAutoNum type="arabicPeriod"/>
              <a:defRPr/>
            </a:lvl5pPr>
          </a:lstStyle>
          <a:p>
            <a:pPr lvl="0"/>
            <a:r>
              <a:rPr lang="en-GB" noProof="0"/>
              <a:t>Lorem ipsum </a:t>
            </a:r>
            <a:r>
              <a:rPr lang="en-GB" noProof="0" err="1"/>
              <a:t>dolor</a:t>
            </a:r>
            <a:r>
              <a:rPr lang="en-GB" noProof="0"/>
              <a:t> sit </a:t>
            </a:r>
            <a:r>
              <a:rPr lang="en-GB" noProof="0" err="1"/>
              <a:t>amet</a:t>
            </a:r>
            <a:r>
              <a:rPr lang="en-GB" noProof="0"/>
              <a:t>, </a:t>
            </a:r>
            <a:r>
              <a:rPr lang="en-GB" noProof="0" err="1"/>
              <a:t>consectetur</a:t>
            </a:r>
            <a:r>
              <a:rPr lang="en-GB" noProof="0"/>
              <a:t> </a:t>
            </a:r>
            <a:r>
              <a:rPr lang="en-GB" noProof="0" err="1"/>
              <a:t>adipiscing</a:t>
            </a:r>
            <a:r>
              <a:rPr lang="en-GB" noProof="0"/>
              <a:t> </a:t>
            </a:r>
            <a:r>
              <a:rPr lang="en-GB" noProof="0" err="1"/>
              <a:t>elit</a:t>
            </a:r>
            <a:r>
              <a:rPr lang="en-GB" noProof="0"/>
              <a:t>, </a:t>
            </a:r>
            <a:r>
              <a:rPr lang="en-GB" noProof="0" err="1"/>
              <a:t>sed</a:t>
            </a:r>
            <a:r>
              <a:rPr lang="en-GB" noProof="0"/>
              <a:t> do </a:t>
            </a:r>
            <a:r>
              <a:rPr lang="en-GB" noProof="0" err="1"/>
              <a:t>eiusmod</a:t>
            </a:r>
            <a:r>
              <a:rPr lang="en-GB" noProof="0"/>
              <a:t> </a:t>
            </a:r>
            <a:r>
              <a:rPr lang="en-GB" noProof="0" err="1"/>
              <a:t>tempor</a:t>
            </a:r>
            <a:r>
              <a:rPr lang="en-GB" noProof="0"/>
              <a:t> </a:t>
            </a:r>
            <a:r>
              <a:rPr lang="en-GB" noProof="0" err="1"/>
              <a:t>incididunt</a:t>
            </a:r>
            <a:r>
              <a:rPr lang="en-GB" noProof="0"/>
              <a:t> </a:t>
            </a:r>
            <a:r>
              <a:rPr lang="en-GB" noProof="0" err="1"/>
              <a:t>ut</a:t>
            </a:r>
            <a:r>
              <a:rPr lang="en-GB" noProof="0"/>
              <a:t> </a:t>
            </a:r>
            <a:r>
              <a:rPr lang="en-GB" noProof="0" err="1"/>
              <a:t>labore</a:t>
            </a:r>
            <a:r>
              <a:rPr lang="en-GB" noProof="0"/>
              <a:t> et dolore magna </a:t>
            </a:r>
            <a:r>
              <a:rPr lang="en-GB" noProof="0" err="1"/>
              <a:t>aliqua</a:t>
            </a:r>
            <a:r>
              <a:rPr lang="en-GB" noProof="0"/>
              <a:t>. Ut </a:t>
            </a:r>
            <a:r>
              <a:rPr lang="en-GB" noProof="0" err="1"/>
              <a:t>enim</a:t>
            </a:r>
            <a:r>
              <a:rPr lang="en-GB" noProof="0"/>
              <a:t> ad minim </a:t>
            </a:r>
            <a:r>
              <a:rPr lang="en-GB" noProof="0" err="1"/>
              <a:t>veniam</a:t>
            </a:r>
            <a:r>
              <a:rPr lang="en-GB" noProof="0"/>
              <a:t>, </a:t>
            </a:r>
            <a:r>
              <a:rPr lang="en-GB" noProof="0" err="1"/>
              <a:t>quis</a:t>
            </a:r>
            <a:r>
              <a:rPr lang="en-GB" noProof="0"/>
              <a:t> </a:t>
            </a:r>
            <a:r>
              <a:rPr lang="en-GB" noProof="0" err="1"/>
              <a:t>nostrud</a:t>
            </a:r>
            <a:r>
              <a:rPr lang="en-GB" noProof="0"/>
              <a:t> exercitation </a:t>
            </a:r>
            <a:r>
              <a:rPr lang="en-GB" noProof="0" err="1"/>
              <a:t>ullamco</a:t>
            </a:r>
            <a:r>
              <a:rPr lang="en-GB" noProof="0"/>
              <a:t> </a:t>
            </a:r>
            <a:r>
              <a:rPr lang="en-GB" noProof="0" err="1"/>
              <a:t>laboris</a:t>
            </a:r>
            <a:r>
              <a:rPr lang="en-GB" noProof="0"/>
              <a:t> nisi </a:t>
            </a:r>
            <a:r>
              <a:rPr lang="en-GB" noProof="0" err="1"/>
              <a:t>ut</a:t>
            </a:r>
            <a:r>
              <a:rPr lang="en-GB" noProof="0"/>
              <a:t> </a:t>
            </a:r>
            <a:r>
              <a:rPr lang="en-GB" noProof="0" err="1"/>
              <a:t>aliquip</a:t>
            </a:r>
            <a:r>
              <a:rPr lang="en-GB" noProof="0"/>
              <a:t> </a:t>
            </a:r>
            <a:br>
              <a:rPr lang="en-GB" noProof="0"/>
            </a:br>
            <a:r>
              <a:rPr lang="en-GB" noProof="0"/>
              <a:t>ex </a:t>
            </a:r>
            <a:r>
              <a:rPr lang="en-GB" noProof="0" err="1"/>
              <a:t>ea</a:t>
            </a:r>
            <a:r>
              <a:rPr lang="en-GB" noProof="0"/>
              <a:t> </a:t>
            </a:r>
            <a:r>
              <a:rPr lang="en-GB" noProof="0" err="1"/>
              <a:t>commodo</a:t>
            </a:r>
            <a:r>
              <a:rPr lang="en-GB" noProof="0"/>
              <a:t> </a:t>
            </a:r>
            <a:r>
              <a:rPr lang="en-GB" noProof="0" err="1"/>
              <a:t>consequat</a:t>
            </a:r>
            <a:r>
              <a:rPr lang="en-GB" noProof="0"/>
              <a:t>.</a:t>
            </a:r>
          </a:p>
        </p:txBody>
      </p:sp>
    </p:spTree>
    <p:extLst>
      <p:ext uri="{BB962C8B-B14F-4D97-AF65-F5344CB8AC3E}">
        <p14:creationId xmlns:p14="http://schemas.microsoft.com/office/powerpoint/2010/main" val="15629123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4039977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78048771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07619839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10062635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205637101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ternate closing">
    <p:bg>
      <p:bgPr>
        <a:solidFill>
          <a:schemeClr val="bg1"/>
        </a:solidFill>
        <a:effectLst/>
      </p:bgPr>
    </p:bg>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7" name="Title Text">
            <a:extLst>
              <a:ext uri="{FF2B5EF4-FFF2-40B4-BE49-F238E27FC236}">
                <a16:creationId xmlns:a16="http://schemas.microsoft.com/office/drawing/2014/main" id="{3378E059-C401-A546-A30B-707C2B676100}"/>
              </a:ext>
            </a:extLst>
          </p:cNvPr>
          <p:cNvSpPr txBox="1">
            <a:spLocks noGrp="1"/>
          </p:cNvSpPr>
          <p:nvPr>
            <p:ph type="title" hasCustomPrompt="1"/>
          </p:nvPr>
        </p:nvSpPr>
        <p:spPr>
          <a:xfrm>
            <a:off x="3977479" y="224954"/>
            <a:ext cx="7314406" cy="2957984"/>
          </a:xfrm>
          <a:prstGeom prst="rect">
            <a:avLst/>
          </a:prstGeom>
        </p:spPr>
        <p:txBody>
          <a:bodyPr wrap="square" lIns="0" tIns="144000" rIns="0" bIns="36000" anchor="t">
            <a:noAutofit/>
          </a:bodyPr>
          <a:lstStyle>
            <a:lvl1pPr fontAlgn="t">
              <a:lnSpc>
                <a:spcPts val="12089"/>
              </a:lnSpc>
              <a:defRPr sz="16043" baseline="0">
                <a:latin typeface="Olympic Headline Condensed" pitchFamily="2" charset="77"/>
              </a:defRPr>
            </a:lvl1pPr>
          </a:lstStyle>
          <a:p>
            <a:r>
              <a:rPr lang="en-GB" noProof="0"/>
              <a:t>MERCI</a:t>
            </a:r>
          </a:p>
        </p:txBody>
      </p:sp>
      <p:sp>
        <p:nvSpPr>
          <p:cNvPr id="8" name="object 3">
            <a:extLst>
              <a:ext uri="{FF2B5EF4-FFF2-40B4-BE49-F238E27FC236}">
                <a16:creationId xmlns:a16="http://schemas.microsoft.com/office/drawing/2014/main" id="{F6478546-2859-2547-B08C-3C603C795C5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pic>
        <p:nvPicPr>
          <p:cNvPr id="10" name="Picture 9">
            <a:extLst>
              <a:ext uri="{FF2B5EF4-FFF2-40B4-BE49-F238E27FC236}">
                <a16:creationId xmlns:a16="http://schemas.microsoft.com/office/drawing/2014/main" id="{C8A3ED24-422F-B949-8A0E-9B825D415265}"/>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9" name="TextBox 8">
            <a:extLst>
              <a:ext uri="{FF2B5EF4-FFF2-40B4-BE49-F238E27FC236}">
                <a16:creationId xmlns:a16="http://schemas.microsoft.com/office/drawing/2014/main" id="{86DD9A5B-10B2-8E45-834D-E40691A6D728}"/>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353807855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06724805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15326764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380358342"/>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 + SmartArt blu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CHART + SMARTART</a:t>
            </a:r>
            <a:br>
              <a:rPr lang="en-GB" noProof="0"/>
            </a:br>
            <a:r>
              <a:rPr lang="en-GB" noProof="0"/>
              <a:t>BLUE THEME</a:t>
            </a:r>
          </a:p>
        </p:txBody>
      </p:sp>
      <p:pic>
        <p:nvPicPr>
          <p:cNvPr id="8" name="Picture 7">
            <a:extLst>
              <a:ext uri="{FF2B5EF4-FFF2-40B4-BE49-F238E27FC236}">
                <a16:creationId xmlns:a16="http://schemas.microsoft.com/office/drawing/2014/main" id="{BED21393-9B73-BB4C-9C51-44D3E214E0E9}"/>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9" name="Content Placeholder 2">
            <a:extLst>
              <a:ext uri="{FF2B5EF4-FFF2-40B4-BE49-F238E27FC236}">
                <a16:creationId xmlns:a16="http://schemas.microsoft.com/office/drawing/2014/main" id="{27A45100-E45C-6241-BEDC-AF43E1E5C1E1}"/>
              </a:ext>
            </a:extLst>
          </p:cNvPr>
          <p:cNvSpPr>
            <a:spLocks noGrp="1"/>
          </p:cNvSpPr>
          <p:nvPr>
            <p:ph sz="quarter" idx="10"/>
          </p:nvPr>
        </p:nvSpPr>
        <p:spPr>
          <a:xfrm>
            <a:off x="213696" y="1741466"/>
            <a:ext cx="11078192" cy="3744934"/>
          </a:xfrm>
        </p:spPr>
        <p:txBody>
          <a:bodyPr wrap="square" lIns="0" tIns="0" rIns="0" bIns="0">
            <a:noAutofit/>
          </a:bodyPr>
          <a:lstStyle>
            <a:lvl1pPr marL="0" indent="0">
              <a:buNone/>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30514082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972315161"/>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66277087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411076903"/>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269102954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rt + SmartArt yellow">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CHART + SMARTART</a:t>
            </a:r>
            <a:br>
              <a:rPr lang="en-GB" noProof="0"/>
            </a:br>
            <a:r>
              <a:rPr lang="en-GB" noProof="0"/>
              <a:t>YELLOW THEME</a:t>
            </a:r>
          </a:p>
        </p:txBody>
      </p:sp>
      <p:pic>
        <p:nvPicPr>
          <p:cNvPr id="7" name="Picture 6">
            <a:extLst>
              <a:ext uri="{FF2B5EF4-FFF2-40B4-BE49-F238E27FC236}">
                <a16:creationId xmlns:a16="http://schemas.microsoft.com/office/drawing/2014/main" id="{58C4FB30-39CF-E040-95DB-269F2834759D}"/>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8" name="Content Placeholder 2">
            <a:extLst>
              <a:ext uri="{FF2B5EF4-FFF2-40B4-BE49-F238E27FC236}">
                <a16:creationId xmlns:a16="http://schemas.microsoft.com/office/drawing/2014/main" id="{5DC726B8-5B76-0D43-B084-3EFAFAF785C3}"/>
              </a:ext>
            </a:extLst>
          </p:cNvPr>
          <p:cNvSpPr>
            <a:spLocks noGrp="1"/>
          </p:cNvSpPr>
          <p:nvPr>
            <p:ph sz="quarter" idx="10"/>
          </p:nvPr>
        </p:nvSpPr>
        <p:spPr>
          <a:xfrm>
            <a:off x="213696" y="1741466"/>
            <a:ext cx="11078192" cy="3744934"/>
          </a:xfrm>
        </p:spPr>
        <p:txBody>
          <a:bodyPr wrap="square" lIns="0" tIns="0" rIns="0" bIns="0">
            <a:noAutofit/>
          </a:bodyPr>
          <a:lstStyle>
            <a:lvl1pPr marL="0" indent="0">
              <a:buNone/>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407994566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over 1 whi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2092"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BE1F21A6-F32B-7145-BA2D-C82560E2A748}"/>
              </a:ext>
            </a:extLst>
          </p:cNvPr>
          <p:cNvSpPr txBox="1">
            <a:spLocks noGrp="1"/>
          </p:cNvSpPr>
          <p:nvPr>
            <p:ph type="title" hasCustomPrompt="1"/>
          </p:nvPr>
        </p:nvSpPr>
        <p:spPr>
          <a:xfrm>
            <a:off x="3982705" y="218633"/>
            <a:ext cx="5427996" cy="296430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Document </a:t>
            </a:r>
            <a:br>
              <a:rPr lang="en-GB" noProof="0"/>
            </a:br>
            <a:r>
              <a:rPr lang="en-GB" noProof="0"/>
              <a:t>or report cover title</a:t>
            </a:r>
          </a:p>
        </p:txBody>
      </p:sp>
      <p:sp>
        <p:nvSpPr>
          <p:cNvPr id="10" name="object 3">
            <a:extLst>
              <a:ext uri="{FF2B5EF4-FFF2-40B4-BE49-F238E27FC236}">
                <a16:creationId xmlns:a16="http://schemas.microsoft.com/office/drawing/2014/main" id="{3D875610-AF8C-EB4C-869F-DF4C739FD668}"/>
              </a:ext>
            </a:extLst>
          </p:cNvPr>
          <p:cNvSpPr txBox="1"/>
          <p:nvPr userDrawn="1"/>
        </p:nvSpPr>
        <p:spPr>
          <a:xfrm>
            <a:off x="1880422"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lang="en-CA" sz="1700" spc="10" baseline="0">
                <a:latin typeface="Olympic Sans" panose="020B0504040202060203" pitchFamily="34" charset="0"/>
              </a:rPr>
              <a:t>International</a:t>
            </a:r>
            <a:br>
              <a:rPr lang="en-CA" sz="1700" spc="30" baseline="0">
                <a:latin typeface="Olympic Sans" panose="020B0504040202060203" pitchFamily="34" charset="0"/>
              </a:rPr>
            </a:br>
            <a:r>
              <a:rPr lang="en-CA" sz="1700" spc="30" baseline="0">
                <a:latin typeface="Olympic Sans" panose="020B0504040202060203" pitchFamily="34" charset="0"/>
              </a:rPr>
              <a:t>Olympic</a:t>
            </a:r>
            <a:br>
              <a:rPr lang="en-CA" sz="1700" spc="30" baseline="0">
                <a:latin typeface="Olympic Sans" panose="020B0504040202060203" pitchFamily="34" charset="0"/>
              </a:rPr>
            </a:br>
            <a:r>
              <a:rPr lang="en-CA" sz="1700" spc="30" baseline="0">
                <a:latin typeface="Olympic Sans" panose="020B0504040202060203" pitchFamily="34" charset="0"/>
              </a:rPr>
              <a:t>Committee</a:t>
            </a:r>
            <a:endParaRPr lang="en-CA" sz="1700" spc="10" baseline="0">
              <a:latin typeface="Olympic Sans" panose="020B0504040202060203" pitchFamily="34" charset="0"/>
            </a:endParaRPr>
          </a:p>
        </p:txBody>
      </p:sp>
      <p:sp>
        <p:nvSpPr>
          <p:cNvPr id="8" name="Text Placeholder 3">
            <a:extLst>
              <a:ext uri="{FF2B5EF4-FFF2-40B4-BE49-F238E27FC236}">
                <a16:creationId xmlns:a16="http://schemas.microsoft.com/office/drawing/2014/main" id="{C48D582E-2409-0B49-A200-2633129ED23E}"/>
              </a:ext>
            </a:extLst>
          </p:cNvPr>
          <p:cNvSpPr>
            <a:spLocks noGrp="1"/>
          </p:cNvSpPr>
          <p:nvPr>
            <p:ph type="body" sz="half" idx="11" hasCustomPrompt="1"/>
          </p:nvPr>
        </p:nvSpPr>
        <p:spPr>
          <a:xfrm>
            <a:off x="3985838"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1" name="Picture 10">
            <a:extLst>
              <a:ext uri="{FF2B5EF4-FFF2-40B4-BE49-F238E27FC236}">
                <a16:creationId xmlns:a16="http://schemas.microsoft.com/office/drawing/2014/main" id="{4C065777-57A9-C046-BF14-D9D462A533C9}"/>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12" name="Text Placeholder 3">
            <a:extLst>
              <a:ext uri="{FF2B5EF4-FFF2-40B4-BE49-F238E27FC236}">
                <a16:creationId xmlns:a16="http://schemas.microsoft.com/office/drawing/2014/main" id="{F25326C6-0EA9-C848-85E3-7F712DF82F9B}"/>
              </a:ext>
            </a:extLst>
          </p:cNvPr>
          <p:cNvSpPr>
            <a:spLocks noGrp="1"/>
          </p:cNvSpPr>
          <p:nvPr>
            <p:ph type="body" sz="half" idx="12" hasCustomPrompt="1"/>
          </p:nvPr>
        </p:nvSpPr>
        <p:spPr>
          <a:xfrm>
            <a:off x="3986398" y="6073775"/>
            <a:ext cx="3557715" cy="250825"/>
          </a:xfrm>
        </p:spPr>
        <p:txBody>
          <a:bodyPr wrap="none" lIns="0" tIns="0" rIns="0" bIns="0" anchor="b" anchorCtr="0">
            <a:noAutofit/>
          </a:bodyPr>
          <a:lstStyle>
            <a:lvl1pPr marL="0" indent="0">
              <a:lnSpc>
                <a:spcPct val="70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50915807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285766598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43094132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Placeholder right">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B78AEF8B-CCA4-EB4A-815E-3100CD890CF6}"/>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sp>
        <p:nvSpPr>
          <p:cNvPr id="7" name="Picture Placeholder 3">
            <a:extLst>
              <a:ext uri="{FF2B5EF4-FFF2-40B4-BE49-F238E27FC236}">
                <a16:creationId xmlns:a16="http://schemas.microsoft.com/office/drawing/2014/main" id="{FE2712D6-F68D-6446-8AC5-42E42F3EE685}"/>
              </a:ext>
            </a:extLst>
          </p:cNvPr>
          <p:cNvSpPr>
            <a:spLocks noGrp="1"/>
          </p:cNvSpPr>
          <p:nvPr>
            <p:ph type="pic" sz="quarter" idx="10" hasCustomPrompt="1"/>
          </p:nvPr>
        </p:nvSpPr>
        <p:spPr>
          <a:xfrm>
            <a:off x="6810375" y="1760538"/>
            <a:ext cx="4481513" cy="4492911"/>
          </a:xfrm>
          <a:prstGeom prst="rect">
            <a:avLst/>
          </a:prstGeom>
          <a:solidFill>
            <a:schemeClr val="bg1">
              <a:lumMod val="75000"/>
            </a:schemeClr>
          </a:solidFill>
          <a:ln>
            <a:noFill/>
          </a:ln>
        </p:spPr>
        <p:txBody>
          <a:bodyPr lIns="216000" tIns="216000" rIns="0"/>
          <a:lstStyle>
            <a:lvl1pPr marL="0" marR="0" indent="0" algn="l" defTabSz="864017" rtl="0" eaLnBrk="1" fontAlgn="auto" latinLnBrk="0" hangingPunct="1">
              <a:lnSpc>
                <a:spcPct val="90000"/>
              </a:lnSpc>
              <a:spcBef>
                <a:spcPts val="0"/>
              </a:spcBef>
              <a:spcAft>
                <a:spcPts val="0"/>
              </a:spcAft>
              <a:buClrTx/>
              <a:buSzTx/>
              <a:buFont typeface="+mj-lt"/>
              <a:buNone/>
              <a:tabLst/>
              <a:defRPr sz="1400">
                <a:solidFill>
                  <a:schemeClr val="bg1"/>
                </a:solidFill>
              </a:defRPr>
            </a:lvl1pPr>
          </a:lstStyle>
          <a:p>
            <a:pPr marL="0" marR="0" lvl="0" indent="0" algn="l" defTabSz="864017" rtl="0" eaLnBrk="1" fontAlgn="auto" latinLnBrk="0" hangingPunct="1">
              <a:lnSpc>
                <a:spcPct val="90000"/>
              </a:lnSpc>
              <a:spcBef>
                <a:spcPts val="0"/>
              </a:spcBef>
              <a:spcAft>
                <a:spcPts val="0"/>
              </a:spcAft>
              <a:buClrTx/>
              <a:buSzTx/>
              <a:buFont typeface="+mj-lt"/>
              <a:buNone/>
              <a:tabLst/>
              <a:defRPr/>
            </a:pPr>
            <a:r>
              <a:rPr lang="en-GB" noProof="0"/>
              <a:t>Place picture here</a:t>
            </a:r>
          </a:p>
        </p:txBody>
      </p:sp>
      <p:pic>
        <p:nvPicPr>
          <p:cNvPr id="8" name="Picture 7">
            <a:extLst>
              <a:ext uri="{FF2B5EF4-FFF2-40B4-BE49-F238E27FC236}">
                <a16:creationId xmlns:a16="http://schemas.microsoft.com/office/drawing/2014/main" id="{66CAF1D5-10DE-7443-B4A5-BDE1DED60F18}"/>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6" name="Content Placeholder 2">
            <a:extLst>
              <a:ext uri="{FF2B5EF4-FFF2-40B4-BE49-F238E27FC236}">
                <a16:creationId xmlns:a16="http://schemas.microsoft.com/office/drawing/2014/main" id="{BF84E117-6452-D546-9E1A-F7B3A24F100B}"/>
              </a:ext>
            </a:extLst>
          </p:cNvPr>
          <p:cNvSpPr>
            <a:spLocks noGrp="1"/>
          </p:cNvSpPr>
          <p:nvPr>
            <p:ph sz="quarter" idx="11"/>
          </p:nvPr>
        </p:nvSpPr>
        <p:spPr>
          <a:xfrm>
            <a:off x="213759" y="1746908"/>
            <a:ext cx="5427663" cy="3739492"/>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973460648"/>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2274571757"/>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hart + SmartArt black">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CHART + SMARTART</a:t>
            </a:r>
            <a:br>
              <a:rPr lang="en-GB" noProof="0"/>
            </a:br>
            <a:r>
              <a:rPr lang="en-GB" noProof="0"/>
              <a:t>BLACK THEME</a:t>
            </a:r>
          </a:p>
        </p:txBody>
      </p:sp>
      <p:pic>
        <p:nvPicPr>
          <p:cNvPr id="7" name="Picture 6">
            <a:extLst>
              <a:ext uri="{FF2B5EF4-FFF2-40B4-BE49-F238E27FC236}">
                <a16:creationId xmlns:a16="http://schemas.microsoft.com/office/drawing/2014/main" id="{0BA8684E-4BA9-634B-BAF7-A7A24666CFDB}"/>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8" name="Content Placeholder 2">
            <a:extLst>
              <a:ext uri="{FF2B5EF4-FFF2-40B4-BE49-F238E27FC236}">
                <a16:creationId xmlns:a16="http://schemas.microsoft.com/office/drawing/2014/main" id="{5CB5C75D-BFE9-024B-AB57-7827C375F2DD}"/>
              </a:ext>
            </a:extLst>
          </p:cNvPr>
          <p:cNvSpPr>
            <a:spLocks noGrp="1"/>
          </p:cNvSpPr>
          <p:nvPr>
            <p:ph sz="quarter" idx="10"/>
          </p:nvPr>
        </p:nvSpPr>
        <p:spPr>
          <a:xfrm>
            <a:off x="213696" y="1741466"/>
            <a:ext cx="11078192" cy="3744934"/>
          </a:xfrm>
        </p:spPr>
        <p:txBody>
          <a:bodyPr wrap="square" lIns="0" tIns="0" rIns="0" bIns="0">
            <a:noAutofit/>
          </a:bodyPr>
          <a:lstStyle>
            <a:lvl1pPr marL="0" indent="0">
              <a:buNone/>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87266061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guide id="41" pos="3557"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 SmartArt green">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CHART + SMARTART</a:t>
            </a:r>
            <a:br>
              <a:rPr lang="en-GB" noProof="0"/>
            </a:br>
            <a:r>
              <a:rPr lang="en-GB" noProof="0"/>
              <a:t>GREEN THEME</a:t>
            </a:r>
          </a:p>
        </p:txBody>
      </p:sp>
      <p:pic>
        <p:nvPicPr>
          <p:cNvPr id="7" name="Picture 6">
            <a:extLst>
              <a:ext uri="{FF2B5EF4-FFF2-40B4-BE49-F238E27FC236}">
                <a16:creationId xmlns:a16="http://schemas.microsoft.com/office/drawing/2014/main" id="{21DB9CC5-5BE8-1942-92D7-4529EAB3FF33}"/>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8" name="Content Placeholder 2">
            <a:extLst>
              <a:ext uri="{FF2B5EF4-FFF2-40B4-BE49-F238E27FC236}">
                <a16:creationId xmlns:a16="http://schemas.microsoft.com/office/drawing/2014/main" id="{8E8909E6-D208-4441-B4AC-747584FCDEEF}"/>
              </a:ext>
            </a:extLst>
          </p:cNvPr>
          <p:cNvSpPr>
            <a:spLocks noGrp="1"/>
          </p:cNvSpPr>
          <p:nvPr>
            <p:ph sz="quarter" idx="10"/>
          </p:nvPr>
        </p:nvSpPr>
        <p:spPr>
          <a:xfrm>
            <a:off x="213696" y="1741466"/>
            <a:ext cx="11078192" cy="3744934"/>
          </a:xfrm>
        </p:spPr>
        <p:txBody>
          <a:bodyPr wrap="square" lIns="0" tIns="0" rIns="0" bIns="0">
            <a:noAutofit/>
          </a:bodyPr>
          <a:lstStyle>
            <a:lvl1pPr marL="0" indent="0">
              <a:buNone/>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535943574"/>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hart + SmartArt red">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CHART + SMARTART</a:t>
            </a:r>
            <a:br>
              <a:rPr lang="en-GB" noProof="0"/>
            </a:br>
            <a:r>
              <a:rPr lang="en-GB" noProof="0"/>
              <a:t>RED THEME</a:t>
            </a:r>
          </a:p>
        </p:txBody>
      </p:sp>
      <p:pic>
        <p:nvPicPr>
          <p:cNvPr id="7" name="Picture 6">
            <a:extLst>
              <a:ext uri="{FF2B5EF4-FFF2-40B4-BE49-F238E27FC236}">
                <a16:creationId xmlns:a16="http://schemas.microsoft.com/office/drawing/2014/main" id="{21DB9CC5-5BE8-1942-92D7-4529EAB3FF33}"/>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8" name="Content Placeholder 2">
            <a:extLst>
              <a:ext uri="{FF2B5EF4-FFF2-40B4-BE49-F238E27FC236}">
                <a16:creationId xmlns:a16="http://schemas.microsoft.com/office/drawing/2014/main" id="{04358EB2-E470-5843-8F75-E2CE8F08C396}"/>
              </a:ext>
            </a:extLst>
          </p:cNvPr>
          <p:cNvSpPr>
            <a:spLocks noGrp="1"/>
          </p:cNvSpPr>
          <p:nvPr>
            <p:ph sz="quarter" idx="10"/>
          </p:nvPr>
        </p:nvSpPr>
        <p:spPr>
          <a:xfrm>
            <a:off x="213696" y="1741466"/>
            <a:ext cx="11078192" cy="3744934"/>
          </a:xfrm>
        </p:spPr>
        <p:txBody>
          <a:bodyPr wrap="square" lIns="0" tIns="0" rIns="0" bIns="0">
            <a:noAutofit/>
          </a:bodyPr>
          <a:lstStyle>
            <a:lvl1pPr marL="0" indent="0">
              <a:buNone/>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1875155045"/>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CAFB-5CB9-B5E7-D103-3D99E31ADB54}"/>
              </a:ext>
            </a:extLst>
          </p:cNvPr>
          <p:cNvSpPr>
            <a:spLocks noGrp="1"/>
          </p:cNvSpPr>
          <p:nvPr>
            <p:ph type="ctrTitle"/>
          </p:nvPr>
        </p:nvSpPr>
        <p:spPr>
          <a:xfrm>
            <a:off x="1440061" y="1060529"/>
            <a:ext cx="8640366" cy="2256061"/>
          </a:xfrm>
        </p:spPr>
        <p:txBody>
          <a:bodyPr anchor="b"/>
          <a:lstStyle>
            <a:lvl1pPr algn="ctr">
              <a:defRPr sz="5669"/>
            </a:lvl1pPr>
          </a:lstStyle>
          <a:p>
            <a:r>
              <a:rPr lang="en-US"/>
              <a:t>Click to edit Master title style</a:t>
            </a:r>
            <a:endParaRPr lang="en-CH"/>
          </a:p>
        </p:txBody>
      </p:sp>
      <p:sp>
        <p:nvSpPr>
          <p:cNvPr id="3" name="Subtitle 2">
            <a:extLst>
              <a:ext uri="{FF2B5EF4-FFF2-40B4-BE49-F238E27FC236}">
                <a16:creationId xmlns:a16="http://schemas.microsoft.com/office/drawing/2014/main" id="{647D00F5-85D4-FD32-F70E-866384AC2F8A}"/>
              </a:ext>
            </a:extLst>
          </p:cNvPr>
          <p:cNvSpPr>
            <a:spLocks noGrp="1"/>
          </p:cNvSpPr>
          <p:nvPr>
            <p:ph type="subTitle" idx="1"/>
          </p:nvPr>
        </p:nvSpPr>
        <p:spPr>
          <a:xfrm>
            <a:off x="1440061" y="3403592"/>
            <a:ext cx="8640366" cy="1564542"/>
          </a:xfrm>
        </p:spPr>
        <p:txBody>
          <a:bodyPr/>
          <a:lstStyle>
            <a:lvl1pPr marL="0" indent="0" algn="ctr">
              <a:buNone/>
              <a:defRPr sz="2268"/>
            </a:lvl1pPr>
            <a:lvl2pPr marL="432008" indent="0" algn="ctr">
              <a:buNone/>
              <a:defRPr sz="1890"/>
            </a:lvl2pPr>
            <a:lvl3pPr marL="864017" indent="0" algn="ctr">
              <a:buNone/>
              <a:defRPr sz="1701"/>
            </a:lvl3pPr>
            <a:lvl4pPr marL="1296025" indent="0" algn="ctr">
              <a:buNone/>
              <a:defRPr sz="1512"/>
            </a:lvl4pPr>
            <a:lvl5pPr marL="1728033" indent="0" algn="ctr">
              <a:buNone/>
              <a:defRPr sz="1512"/>
            </a:lvl5pPr>
            <a:lvl6pPr marL="2160041" indent="0" algn="ctr">
              <a:buNone/>
              <a:defRPr sz="1512"/>
            </a:lvl6pPr>
            <a:lvl7pPr marL="2592050" indent="0" algn="ctr">
              <a:buNone/>
              <a:defRPr sz="1512"/>
            </a:lvl7pPr>
            <a:lvl8pPr marL="3024058" indent="0" algn="ctr">
              <a:buNone/>
              <a:defRPr sz="1512"/>
            </a:lvl8pPr>
            <a:lvl9pPr marL="3456066" indent="0" algn="ctr">
              <a:buNone/>
              <a:defRPr sz="1512"/>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6CB377EE-2FED-62DE-0473-F061EB710C02}"/>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90DFAC24-ECB7-4D8D-9608-2E8BFFCA2BFE}"/>
              </a:ext>
            </a:extLst>
          </p:cNvPr>
          <p:cNvSpPr>
            <a:spLocks noGrp="1"/>
          </p:cNvSpPr>
          <p:nvPr>
            <p:ph type="ftr" sz="quarter" idx="11"/>
          </p:nvPr>
        </p:nvSpPr>
        <p:spPr/>
        <p:txBody>
          <a:bodyPr/>
          <a:lstStyle/>
          <a:p>
            <a:r>
              <a:rPr lang="en-GB" noProof="0"/>
              <a:t>Insert &gt; Header &amp; Footer</a:t>
            </a:r>
          </a:p>
        </p:txBody>
      </p:sp>
      <p:sp>
        <p:nvSpPr>
          <p:cNvPr id="6" name="Slide Number Placeholder 5">
            <a:extLst>
              <a:ext uri="{FF2B5EF4-FFF2-40B4-BE49-F238E27FC236}">
                <a16:creationId xmlns:a16="http://schemas.microsoft.com/office/drawing/2014/main" id="{AABAB07F-6EE1-C0FF-46FD-4F3A1227EF0C}"/>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802272470"/>
      </p:ext>
    </p:extLst>
  </p:cSld>
  <p:clrMapOvr>
    <a:masterClrMapping/>
  </p:clrMapOvr>
  <p:hf hdr="0"/>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6190-AC29-65DE-D6A5-612C8D3FB574}"/>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C9EF4E6B-B1A3-0DEA-F900-A43E00C4C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AFC882EC-1C15-9849-F1F8-25688A44A955}"/>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6C96D40A-A735-7184-1348-B62CF5241C52}"/>
              </a:ext>
            </a:extLst>
          </p:cNvPr>
          <p:cNvSpPr>
            <a:spLocks noGrp="1"/>
          </p:cNvSpPr>
          <p:nvPr>
            <p:ph type="ftr" sz="quarter" idx="11"/>
          </p:nvPr>
        </p:nvSpPr>
        <p:spPr/>
        <p:txBody>
          <a:bodyPr/>
          <a:lstStyle/>
          <a:p>
            <a:r>
              <a:rPr lang="en-GB" noProof="0"/>
              <a:t>Insert &gt; Header &amp; Footer</a:t>
            </a:r>
          </a:p>
        </p:txBody>
      </p:sp>
      <p:sp>
        <p:nvSpPr>
          <p:cNvPr id="6" name="Slide Number Placeholder 5">
            <a:extLst>
              <a:ext uri="{FF2B5EF4-FFF2-40B4-BE49-F238E27FC236}">
                <a16:creationId xmlns:a16="http://schemas.microsoft.com/office/drawing/2014/main" id="{4682F7BF-9169-C039-5015-F0E1FC2D2BF9}"/>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405686834"/>
      </p:ext>
    </p:extLst>
  </p:cSld>
  <p:clrMapOvr>
    <a:masterClrMapping/>
  </p:clrMapOvr>
  <p:hf hdr="0"/>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D4AB-5861-5B14-5ACE-693D44FB7228}"/>
              </a:ext>
            </a:extLst>
          </p:cNvPr>
          <p:cNvSpPr>
            <a:spLocks noGrp="1"/>
          </p:cNvSpPr>
          <p:nvPr>
            <p:ph type="title"/>
          </p:nvPr>
        </p:nvSpPr>
        <p:spPr>
          <a:xfrm>
            <a:off x="786033" y="1615545"/>
            <a:ext cx="9936421" cy="2695572"/>
          </a:xfrm>
        </p:spPr>
        <p:txBody>
          <a:bodyPr anchor="b"/>
          <a:lstStyle>
            <a:lvl1pPr>
              <a:defRPr sz="5669"/>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F76674B4-D022-45E6-E0BB-7A0E0D1549BA}"/>
              </a:ext>
            </a:extLst>
          </p:cNvPr>
          <p:cNvSpPr>
            <a:spLocks noGrp="1"/>
          </p:cNvSpPr>
          <p:nvPr>
            <p:ph type="body" idx="1"/>
          </p:nvPr>
        </p:nvSpPr>
        <p:spPr>
          <a:xfrm>
            <a:off x="786033" y="4336618"/>
            <a:ext cx="9936421" cy="1417538"/>
          </a:xfrm>
        </p:spPr>
        <p:txBody>
          <a:bodyPr/>
          <a:lstStyle>
            <a:lvl1pPr marL="0" indent="0">
              <a:buNone/>
              <a:defRPr sz="2268">
                <a:solidFill>
                  <a:schemeClr val="tx1">
                    <a:tint val="82000"/>
                  </a:schemeClr>
                </a:solidFill>
              </a:defRPr>
            </a:lvl1pPr>
            <a:lvl2pPr marL="432008" indent="0">
              <a:buNone/>
              <a:defRPr sz="1890">
                <a:solidFill>
                  <a:schemeClr val="tx1">
                    <a:tint val="82000"/>
                  </a:schemeClr>
                </a:solidFill>
              </a:defRPr>
            </a:lvl2pPr>
            <a:lvl3pPr marL="864017" indent="0">
              <a:buNone/>
              <a:defRPr sz="1701">
                <a:solidFill>
                  <a:schemeClr val="tx1">
                    <a:tint val="82000"/>
                  </a:schemeClr>
                </a:solidFill>
              </a:defRPr>
            </a:lvl3pPr>
            <a:lvl4pPr marL="1296025" indent="0">
              <a:buNone/>
              <a:defRPr sz="1512">
                <a:solidFill>
                  <a:schemeClr val="tx1">
                    <a:tint val="82000"/>
                  </a:schemeClr>
                </a:solidFill>
              </a:defRPr>
            </a:lvl4pPr>
            <a:lvl5pPr marL="1728033" indent="0">
              <a:buNone/>
              <a:defRPr sz="1512">
                <a:solidFill>
                  <a:schemeClr val="tx1">
                    <a:tint val="82000"/>
                  </a:schemeClr>
                </a:solidFill>
              </a:defRPr>
            </a:lvl5pPr>
            <a:lvl6pPr marL="2160041" indent="0">
              <a:buNone/>
              <a:defRPr sz="1512">
                <a:solidFill>
                  <a:schemeClr val="tx1">
                    <a:tint val="82000"/>
                  </a:schemeClr>
                </a:solidFill>
              </a:defRPr>
            </a:lvl6pPr>
            <a:lvl7pPr marL="2592050" indent="0">
              <a:buNone/>
              <a:defRPr sz="1512">
                <a:solidFill>
                  <a:schemeClr val="tx1">
                    <a:tint val="82000"/>
                  </a:schemeClr>
                </a:solidFill>
              </a:defRPr>
            </a:lvl7pPr>
            <a:lvl8pPr marL="3024058" indent="0">
              <a:buNone/>
              <a:defRPr sz="1512">
                <a:solidFill>
                  <a:schemeClr val="tx1">
                    <a:tint val="82000"/>
                  </a:schemeClr>
                </a:solidFill>
              </a:defRPr>
            </a:lvl8pPr>
            <a:lvl9pPr marL="3456066" indent="0">
              <a:buNone/>
              <a:defRPr sz="151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70D09E-A460-27C7-5120-7F928A416910}"/>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2ED04EAE-B880-41DE-D0F1-EF133E2EC0F1}"/>
              </a:ext>
            </a:extLst>
          </p:cNvPr>
          <p:cNvSpPr>
            <a:spLocks noGrp="1"/>
          </p:cNvSpPr>
          <p:nvPr>
            <p:ph type="ftr" sz="quarter" idx="11"/>
          </p:nvPr>
        </p:nvSpPr>
        <p:spPr/>
        <p:txBody>
          <a:bodyPr/>
          <a:lstStyle/>
          <a:p>
            <a:r>
              <a:rPr lang="en-GB" noProof="0"/>
              <a:t>Insert &gt; Header &amp; Footer</a:t>
            </a:r>
          </a:p>
        </p:txBody>
      </p:sp>
      <p:sp>
        <p:nvSpPr>
          <p:cNvPr id="6" name="Slide Number Placeholder 5">
            <a:extLst>
              <a:ext uri="{FF2B5EF4-FFF2-40B4-BE49-F238E27FC236}">
                <a16:creationId xmlns:a16="http://schemas.microsoft.com/office/drawing/2014/main" id="{69B1E19C-78EB-5D66-97AB-C0DF7238AD26}"/>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1556498749"/>
      </p:ext>
    </p:extLst>
  </p:cSld>
  <p:clrMapOvr>
    <a:masterClrMapping/>
  </p:clrMapOvr>
  <p:hf hdr="0"/>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10E9-64EA-10EB-196E-4FFDC08FA36B}"/>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5CDBEFF2-7CE4-3DF0-B0F5-F1539DFBA0D0}"/>
              </a:ext>
            </a:extLst>
          </p:cNvPr>
          <p:cNvSpPr>
            <a:spLocks noGrp="1"/>
          </p:cNvSpPr>
          <p:nvPr>
            <p:ph sz="half" idx="1"/>
          </p:nvPr>
        </p:nvSpPr>
        <p:spPr>
          <a:xfrm>
            <a:off x="792034" y="1725046"/>
            <a:ext cx="4896207" cy="4111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0C362C56-A873-F0A3-903F-3C6372A9EA6F}"/>
              </a:ext>
            </a:extLst>
          </p:cNvPr>
          <p:cNvSpPr>
            <a:spLocks noGrp="1"/>
          </p:cNvSpPr>
          <p:nvPr>
            <p:ph sz="half" idx="2"/>
          </p:nvPr>
        </p:nvSpPr>
        <p:spPr>
          <a:xfrm>
            <a:off x="5832247" y="1725046"/>
            <a:ext cx="4896207" cy="4111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19718C8E-F352-EA0E-1705-5ADBEE5EA254}"/>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6" name="Footer Placeholder 5">
            <a:extLst>
              <a:ext uri="{FF2B5EF4-FFF2-40B4-BE49-F238E27FC236}">
                <a16:creationId xmlns:a16="http://schemas.microsoft.com/office/drawing/2014/main" id="{2FC40E2D-D0C0-A8DB-8147-41488FCA2442}"/>
              </a:ext>
            </a:extLst>
          </p:cNvPr>
          <p:cNvSpPr>
            <a:spLocks noGrp="1"/>
          </p:cNvSpPr>
          <p:nvPr>
            <p:ph type="ftr" sz="quarter" idx="11"/>
          </p:nvPr>
        </p:nvSpPr>
        <p:spPr/>
        <p:txBody>
          <a:bodyPr/>
          <a:lstStyle/>
          <a:p>
            <a:r>
              <a:rPr lang="en-GB" noProof="0"/>
              <a:t>Insert &gt; Header &amp; Footer</a:t>
            </a:r>
          </a:p>
        </p:txBody>
      </p:sp>
      <p:sp>
        <p:nvSpPr>
          <p:cNvPr id="7" name="Slide Number Placeholder 6">
            <a:extLst>
              <a:ext uri="{FF2B5EF4-FFF2-40B4-BE49-F238E27FC236}">
                <a16:creationId xmlns:a16="http://schemas.microsoft.com/office/drawing/2014/main" id="{5943B0A4-07A7-761D-9528-00D9E42B1BCF}"/>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3570671690"/>
      </p:ext>
    </p:extLst>
  </p:cSld>
  <p:clrMapOvr>
    <a:masterClrMapping/>
  </p:clrMapOvr>
  <p:hf hdr="0"/>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199E-454C-856F-A809-635A9F4545B5}"/>
              </a:ext>
            </a:extLst>
          </p:cNvPr>
          <p:cNvSpPr>
            <a:spLocks noGrp="1"/>
          </p:cNvSpPr>
          <p:nvPr>
            <p:ph type="title"/>
          </p:nvPr>
        </p:nvSpPr>
        <p:spPr>
          <a:xfrm>
            <a:off x="793534" y="345010"/>
            <a:ext cx="9936421" cy="1252534"/>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927CF3E5-CECD-362E-7AAF-11F01D15654C}"/>
              </a:ext>
            </a:extLst>
          </p:cNvPr>
          <p:cNvSpPr>
            <a:spLocks noGrp="1"/>
          </p:cNvSpPr>
          <p:nvPr>
            <p:ph type="body" idx="1"/>
          </p:nvPr>
        </p:nvSpPr>
        <p:spPr>
          <a:xfrm>
            <a:off x="793535" y="1588543"/>
            <a:ext cx="4873706"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Click to edit Master text styles</a:t>
            </a:r>
          </a:p>
        </p:txBody>
      </p:sp>
      <p:sp>
        <p:nvSpPr>
          <p:cNvPr id="4" name="Content Placeholder 3">
            <a:extLst>
              <a:ext uri="{FF2B5EF4-FFF2-40B4-BE49-F238E27FC236}">
                <a16:creationId xmlns:a16="http://schemas.microsoft.com/office/drawing/2014/main" id="{4A4B29DD-FF02-50BE-5A14-D3F5E01DA685}"/>
              </a:ext>
            </a:extLst>
          </p:cNvPr>
          <p:cNvSpPr>
            <a:spLocks noGrp="1"/>
          </p:cNvSpPr>
          <p:nvPr>
            <p:ph sz="half" idx="2"/>
          </p:nvPr>
        </p:nvSpPr>
        <p:spPr>
          <a:xfrm>
            <a:off x="793535" y="2367064"/>
            <a:ext cx="4873706" cy="3481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235A1807-CCF8-812C-2E13-CA6E69973085}"/>
              </a:ext>
            </a:extLst>
          </p:cNvPr>
          <p:cNvSpPr>
            <a:spLocks noGrp="1"/>
          </p:cNvSpPr>
          <p:nvPr>
            <p:ph type="body" sz="quarter" idx="3"/>
          </p:nvPr>
        </p:nvSpPr>
        <p:spPr>
          <a:xfrm>
            <a:off x="5832247" y="1588543"/>
            <a:ext cx="4897708" cy="778521"/>
          </a:xfrm>
        </p:spPr>
        <p:txBody>
          <a:bodyPr anchor="b"/>
          <a:lstStyle>
            <a:lvl1pPr marL="0" indent="0">
              <a:buNone/>
              <a:defRPr sz="2268" b="1"/>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Click to edit Master text styles</a:t>
            </a:r>
          </a:p>
        </p:txBody>
      </p:sp>
      <p:sp>
        <p:nvSpPr>
          <p:cNvPr id="6" name="Content Placeholder 5">
            <a:extLst>
              <a:ext uri="{FF2B5EF4-FFF2-40B4-BE49-F238E27FC236}">
                <a16:creationId xmlns:a16="http://schemas.microsoft.com/office/drawing/2014/main" id="{FD92FECD-B4A1-4D1C-9C43-7107BBCAE589}"/>
              </a:ext>
            </a:extLst>
          </p:cNvPr>
          <p:cNvSpPr>
            <a:spLocks noGrp="1"/>
          </p:cNvSpPr>
          <p:nvPr>
            <p:ph sz="quarter" idx="4"/>
          </p:nvPr>
        </p:nvSpPr>
        <p:spPr>
          <a:xfrm>
            <a:off x="5832247" y="2367064"/>
            <a:ext cx="4897708" cy="3481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03DBF225-3EB1-F4A2-89CD-8653294B0408}"/>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8" name="Footer Placeholder 7">
            <a:extLst>
              <a:ext uri="{FF2B5EF4-FFF2-40B4-BE49-F238E27FC236}">
                <a16:creationId xmlns:a16="http://schemas.microsoft.com/office/drawing/2014/main" id="{6AE6A29C-24B9-ADDA-66BE-E89EFE9869DB}"/>
              </a:ext>
            </a:extLst>
          </p:cNvPr>
          <p:cNvSpPr>
            <a:spLocks noGrp="1"/>
          </p:cNvSpPr>
          <p:nvPr>
            <p:ph type="ftr" sz="quarter" idx="11"/>
          </p:nvPr>
        </p:nvSpPr>
        <p:spPr/>
        <p:txBody>
          <a:bodyPr/>
          <a:lstStyle/>
          <a:p>
            <a:r>
              <a:rPr lang="en-GB" noProof="0"/>
              <a:t>Insert &gt; Header &amp; Footer</a:t>
            </a:r>
          </a:p>
        </p:txBody>
      </p:sp>
      <p:sp>
        <p:nvSpPr>
          <p:cNvPr id="9" name="Slide Number Placeholder 8">
            <a:extLst>
              <a:ext uri="{FF2B5EF4-FFF2-40B4-BE49-F238E27FC236}">
                <a16:creationId xmlns:a16="http://schemas.microsoft.com/office/drawing/2014/main" id="{AD09304D-9B50-CCAC-F111-AC7830300FF1}"/>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507701615"/>
      </p:ext>
    </p:extLst>
  </p:cSld>
  <p:clrMapOvr>
    <a:masterClrMapping/>
  </p:clrMapOvr>
  <p:hf hdr="0"/>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CA65-E7CE-CE99-5B96-6088B83DC2F6}"/>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880D8DF7-6BE5-D0B1-19E5-6D2E0A75DF8E}"/>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4" name="Footer Placeholder 3">
            <a:extLst>
              <a:ext uri="{FF2B5EF4-FFF2-40B4-BE49-F238E27FC236}">
                <a16:creationId xmlns:a16="http://schemas.microsoft.com/office/drawing/2014/main" id="{6EB085C0-BD04-6348-EBAB-E958FD7E0673}"/>
              </a:ext>
            </a:extLst>
          </p:cNvPr>
          <p:cNvSpPr>
            <a:spLocks noGrp="1"/>
          </p:cNvSpPr>
          <p:nvPr>
            <p:ph type="ftr" sz="quarter" idx="11"/>
          </p:nvPr>
        </p:nvSpPr>
        <p:spPr/>
        <p:txBody>
          <a:bodyPr/>
          <a:lstStyle/>
          <a:p>
            <a:r>
              <a:rPr lang="en-GB" noProof="0"/>
              <a:t>Insert &gt; Header &amp; Footer</a:t>
            </a:r>
          </a:p>
        </p:txBody>
      </p:sp>
      <p:sp>
        <p:nvSpPr>
          <p:cNvPr id="5" name="Slide Number Placeholder 4">
            <a:extLst>
              <a:ext uri="{FF2B5EF4-FFF2-40B4-BE49-F238E27FC236}">
                <a16:creationId xmlns:a16="http://schemas.microsoft.com/office/drawing/2014/main" id="{67CAEFA6-9303-E1B7-6418-756C9BB270B7}"/>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783617247"/>
      </p:ext>
    </p:extLst>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20165C-97F6-3BDF-F241-24162F18E128}"/>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3" name="Footer Placeholder 2">
            <a:extLst>
              <a:ext uri="{FF2B5EF4-FFF2-40B4-BE49-F238E27FC236}">
                <a16:creationId xmlns:a16="http://schemas.microsoft.com/office/drawing/2014/main" id="{F3A3272F-3122-F3DB-B8AF-53642130D6D9}"/>
              </a:ext>
            </a:extLst>
          </p:cNvPr>
          <p:cNvSpPr>
            <a:spLocks noGrp="1"/>
          </p:cNvSpPr>
          <p:nvPr>
            <p:ph type="ftr" sz="quarter" idx="11"/>
          </p:nvPr>
        </p:nvSpPr>
        <p:spPr/>
        <p:txBody>
          <a:bodyPr/>
          <a:lstStyle/>
          <a:p>
            <a:r>
              <a:rPr lang="en-GB" noProof="0"/>
              <a:t>Insert &gt; Header &amp; Footer</a:t>
            </a:r>
          </a:p>
        </p:txBody>
      </p:sp>
      <p:sp>
        <p:nvSpPr>
          <p:cNvPr id="4" name="Slide Number Placeholder 3">
            <a:extLst>
              <a:ext uri="{FF2B5EF4-FFF2-40B4-BE49-F238E27FC236}">
                <a16:creationId xmlns:a16="http://schemas.microsoft.com/office/drawing/2014/main" id="{F17CD6E4-0F61-92ED-451A-426C4B67D1F2}"/>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3080171756"/>
      </p:ext>
    </p:extLst>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7401D-9DF5-35BF-44EF-6B495D845872}"/>
              </a:ext>
            </a:extLst>
          </p:cNvPr>
          <p:cNvSpPr>
            <a:spLocks noGrp="1"/>
          </p:cNvSpPr>
          <p:nvPr>
            <p:ph type="title"/>
          </p:nvPr>
        </p:nvSpPr>
        <p:spPr>
          <a:xfrm>
            <a:off x="793535" y="432012"/>
            <a:ext cx="3715657" cy="1512041"/>
          </a:xfrm>
        </p:spPr>
        <p:txBody>
          <a:bodyPr anchor="b"/>
          <a:lstStyle>
            <a:lvl1pPr>
              <a:defRPr sz="3024"/>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CD763D43-4CAB-F6F7-4B9D-2EF317145D95}"/>
              </a:ext>
            </a:extLst>
          </p:cNvPr>
          <p:cNvSpPr>
            <a:spLocks noGrp="1"/>
          </p:cNvSpPr>
          <p:nvPr>
            <p:ph idx="1"/>
          </p:nvPr>
        </p:nvSpPr>
        <p:spPr>
          <a:xfrm>
            <a:off x="4897708" y="933026"/>
            <a:ext cx="5832247" cy="4605124"/>
          </a:xfrm>
        </p:spPr>
        <p:txBody>
          <a:bodyPr/>
          <a:lstStyle>
            <a:lvl1pPr>
              <a:defRPr sz="3024"/>
            </a:lvl1pPr>
            <a:lvl2pPr>
              <a:defRPr sz="2646"/>
            </a:lvl2pPr>
            <a:lvl3pPr>
              <a:defRPr sz="2268"/>
            </a:lvl3pPr>
            <a:lvl4pPr>
              <a:defRPr sz="1890"/>
            </a:lvl4pPr>
            <a:lvl5pPr>
              <a:defRPr sz="1890"/>
            </a:lvl5pPr>
            <a:lvl6pPr>
              <a:defRPr sz="1890"/>
            </a:lvl6pPr>
            <a:lvl7pPr>
              <a:defRPr sz="1890"/>
            </a:lvl7pPr>
            <a:lvl8pPr>
              <a:defRPr sz="1890"/>
            </a:lvl8pPr>
            <a:lvl9pPr>
              <a:defRPr sz="18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84B92ADB-30D2-999C-8946-182763B417AC}"/>
              </a:ext>
            </a:extLst>
          </p:cNvPr>
          <p:cNvSpPr>
            <a:spLocks noGrp="1"/>
          </p:cNvSpPr>
          <p:nvPr>
            <p:ph type="body" sz="half" idx="2"/>
          </p:nvPr>
        </p:nvSpPr>
        <p:spPr>
          <a:xfrm>
            <a:off x="793535" y="1944052"/>
            <a:ext cx="3715657"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en-US"/>
              <a:t>Click to edit Master text styles</a:t>
            </a:r>
          </a:p>
        </p:txBody>
      </p:sp>
      <p:sp>
        <p:nvSpPr>
          <p:cNvPr id="5" name="Date Placeholder 4">
            <a:extLst>
              <a:ext uri="{FF2B5EF4-FFF2-40B4-BE49-F238E27FC236}">
                <a16:creationId xmlns:a16="http://schemas.microsoft.com/office/drawing/2014/main" id="{5E426F48-20AA-30B9-A092-82942AD2E308}"/>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6" name="Footer Placeholder 5">
            <a:extLst>
              <a:ext uri="{FF2B5EF4-FFF2-40B4-BE49-F238E27FC236}">
                <a16:creationId xmlns:a16="http://schemas.microsoft.com/office/drawing/2014/main" id="{6790A581-A876-3F04-93F8-7C85934EE015}"/>
              </a:ext>
            </a:extLst>
          </p:cNvPr>
          <p:cNvSpPr>
            <a:spLocks noGrp="1"/>
          </p:cNvSpPr>
          <p:nvPr>
            <p:ph type="ftr" sz="quarter" idx="11"/>
          </p:nvPr>
        </p:nvSpPr>
        <p:spPr/>
        <p:txBody>
          <a:bodyPr/>
          <a:lstStyle/>
          <a:p>
            <a:r>
              <a:rPr lang="en-GB" noProof="0"/>
              <a:t>Insert &gt; Header &amp; Footer</a:t>
            </a:r>
          </a:p>
        </p:txBody>
      </p:sp>
      <p:sp>
        <p:nvSpPr>
          <p:cNvPr id="7" name="Slide Number Placeholder 6">
            <a:extLst>
              <a:ext uri="{FF2B5EF4-FFF2-40B4-BE49-F238E27FC236}">
                <a16:creationId xmlns:a16="http://schemas.microsoft.com/office/drawing/2014/main" id="{2D9C9367-599B-31F6-31BD-FF26E60C8A4C}"/>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1135209463"/>
      </p:ext>
    </p:extLst>
  </p:cSld>
  <p:clrMapOvr>
    <a:masterClrMapping/>
  </p:clrMapOvr>
  <p:hf hdr="0"/>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DD1C-44F6-6DA1-5A61-162C09127D39}"/>
              </a:ext>
            </a:extLst>
          </p:cNvPr>
          <p:cNvSpPr>
            <a:spLocks noGrp="1"/>
          </p:cNvSpPr>
          <p:nvPr>
            <p:ph type="title"/>
          </p:nvPr>
        </p:nvSpPr>
        <p:spPr>
          <a:xfrm>
            <a:off x="793535" y="432012"/>
            <a:ext cx="3715657" cy="1512041"/>
          </a:xfrm>
        </p:spPr>
        <p:txBody>
          <a:bodyPr anchor="b"/>
          <a:lstStyle>
            <a:lvl1pPr>
              <a:defRPr sz="3024"/>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FEBA5585-D214-4CD5-448C-2E80E70185DF}"/>
              </a:ext>
            </a:extLst>
          </p:cNvPr>
          <p:cNvSpPr>
            <a:spLocks noGrp="1"/>
          </p:cNvSpPr>
          <p:nvPr>
            <p:ph type="pic" idx="1"/>
          </p:nvPr>
        </p:nvSpPr>
        <p:spPr>
          <a:xfrm>
            <a:off x="4897708" y="933026"/>
            <a:ext cx="5832247" cy="4605124"/>
          </a:xfrm>
        </p:spPr>
        <p:txBody>
          <a:bodyPr/>
          <a:lstStyle>
            <a:lvl1pPr marL="0" indent="0">
              <a:buNone/>
              <a:defRPr sz="3024"/>
            </a:lvl1pPr>
            <a:lvl2pPr marL="432008" indent="0">
              <a:buNone/>
              <a:defRPr sz="2646"/>
            </a:lvl2pPr>
            <a:lvl3pPr marL="864017" indent="0">
              <a:buNone/>
              <a:defRPr sz="2268"/>
            </a:lvl3pPr>
            <a:lvl4pPr marL="1296025" indent="0">
              <a:buNone/>
              <a:defRPr sz="1890"/>
            </a:lvl4pPr>
            <a:lvl5pPr marL="1728033" indent="0">
              <a:buNone/>
              <a:defRPr sz="1890"/>
            </a:lvl5pPr>
            <a:lvl6pPr marL="2160041" indent="0">
              <a:buNone/>
              <a:defRPr sz="1890"/>
            </a:lvl6pPr>
            <a:lvl7pPr marL="2592050" indent="0">
              <a:buNone/>
              <a:defRPr sz="1890"/>
            </a:lvl7pPr>
            <a:lvl8pPr marL="3024058" indent="0">
              <a:buNone/>
              <a:defRPr sz="1890"/>
            </a:lvl8pPr>
            <a:lvl9pPr marL="3456066" indent="0">
              <a:buNone/>
              <a:defRPr sz="1890"/>
            </a:lvl9pPr>
          </a:lstStyle>
          <a:p>
            <a:endParaRPr lang="en-CH"/>
          </a:p>
        </p:txBody>
      </p:sp>
      <p:sp>
        <p:nvSpPr>
          <p:cNvPr id="4" name="Text Placeholder 3">
            <a:extLst>
              <a:ext uri="{FF2B5EF4-FFF2-40B4-BE49-F238E27FC236}">
                <a16:creationId xmlns:a16="http://schemas.microsoft.com/office/drawing/2014/main" id="{F26EF176-0253-D650-AB43-70B0219F32D0}"/>
              </a:ext>
            </a:extLst>
          </p:cNvPr>
          <p:cNvSpPr>
            <a:spLocks noGrp="1"/>
          </p:cNvSpPr>
          <p:nvPr>
            <p:ph type="body" sz="half" idx="2"/>
          </p:nvPr>
        </p:nvSpPr>
        <p:spPr>
          <a:xfrm>
            <a:off x="793535" y="1944052"/>
            <a:ext cx="3715657" cy="3601598"/>
          </a:xfrm>
        </p:spPr>
        <p:txBody>
          <a:bodyPr/>
          <a:lstStyle>
            <a:lvl1pPr marL="0" indent="0">
              <a:buNone/>
              <a:defRPr sz="1512"/>
            </a:lvl1pPr>
            <a:lvl2pPr marL="432008" indent="0">
              <a:buNone/>
              <a:defRPr sz="1323"/>
            </a:lvl2pPr>
            <a:lvl3pPr marL="864017" indent="0">
              <a:buNone/>
              <a:defRPr sz="1134"/>
            </a:lvl3pPr>
            <a:lvl4pPr marL="1296025" indent="0">
              <a:buNone/>
              <a:defRPr sz="945"/>
            </a:lvl4pPr>
            <a:lvl5pPr marL="1728033" indent="0">
              <a:buNone/>
              <a:defRPr sz="945"/>
            </a:lvl5pPr>
            <a:lvl6pPr marL="2160041" indent="0">
              <a:buNone/>
              <a:defRPr sz="945"/>
            </a:lvl6pPr>
            <a:lvl7pPr marL="2592050" indent="0">
              <a:buNone/>
              <a:defRPr sz="945"/>
            </a:lvl7pPr>
            <a:lvl8pPr marL="3024058" indent="0">
              <a:buNone/>
              <a:defRPr sz="945"/>
            </a:lvl8pPr>
            <a:lvl9pPr marL="3456066" indent="0">
              <a:buNone/>
              <a:defRPr sz="945"/>
            </a:lvl9pPr>
          </a:lstStyle>
          <a:p>
            <a:pPr lvl="0"/>
            <a:r>
              <a:rPr lang="en-US"/>
              <a:t>Click to edit Master text styles</a:t>
            </a:r>
          </a:p>
        </p:txBody>
      </p:sp>
      <p:sp>
        <p:nvSpPr>
          <p:cNvPr id="5" name="Date Placeholder 4">
            <a:extLst>
              <a:ext uri="{FF2B5EF4-FFF2-40B4-BE49-F238E27FC236}">
                <a16:creationId xmlns:a16="http://schemas.microsoft.com/office/drawing/2014/main" id="{5A5FCD85-1CBF-889F-45E9-72DB6D9C60D9}"/>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6" name="Footer Placeholder 5">
            <a:extLst>
              <a:ext uri="{FF2B5EF4-FFF2-40B4-BE49-F238E27FC236}">
                <a16:creationId xmlns:a16="http://schemas.microsoft.com/office/drawing/2014/main" id="{604F7CCD-8DE7-865D-A252-2BDFF06A3FC3}"/>
              </a:ext>
            </a:extLst>
          </p:cNvPr>
          <p:cNvSpPr>
            <a:spLocks noGrp="1"/>
          </p:cNvSpPr>
          <p:nvPr>
            <p:ph type="ftr" sz="quarter" idx="11"/>
          </p:nvPr>
        </p:nvSpPr>
        <p:spPr/>
        <p:txBody>
          <a:bodyPr/>
          <a:lstStyle/>
          <a:p>
            <a:r>
              <a:rPr lang="en-GB" noProof="0"/>
              <a:t>Insert &gt; Header &amp; Footer</a:t>
            </a:r>
          </a:p>
        </p:txBody>
      </p:sp>
      <p:sp>
        <p:nvSpPr>
          <p:cNvPr id="7" name="Slide Number Placeholder 6">
            <a:extLst>
              <a:ext uri="{FF2B5EF4-FFF2-40B4-BE49-F238E27FC236}">
                <a16:creationId xmlns:a16="http://schemas.microsoft.com/office/drawing/2014/main" id="{310AD6ED-F10E-6F90-BB73-005D3E3F96E8}"/>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1186777782"/>
      </p:ext>
    </p:extLst>
  </p:cSld>
  <p:clrMapOvr>
    <a:masterClrMapping/>
  </p:clrMapOvr>
  <p:hf hdr="0"/>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FF7C-2D8A-4425-713E-40DF5906FD73}"/>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0D6CBD2D-89D9-1030-ADD3-39FC7421AB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2E7B9F0B-DFAB-7E00-6436-8529C32F11A9}"/>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94F5E216-2289-5D80-201B-A30038328EE9}"/>
              </a:ext>
            </a:extLst>
          </p:cNvPr>
          <p:cNvSpPr>
            <a:spLocks noGrp="1"/>
          </p:cNvSpPr>
          <p:nvPr>
            <p:ph type="ftr" sz="quarter" idx="11"/>
          </p:nvPr>
        </p:nvSpPr>
        <p:spPr/>
        <p:txBody>
          <a:bodyPr/>
          <a:lstStyle/>
          <a:p>
            <a:r>
              <a:rPr lang="en-GB" noProof="0"/>
              <a:t>Insert &gt; Header &amp; Footer</a:t>
            </a:r>
          </a:p>
        </p:txBody>
      </p:sp>
      <p:sp>
        <p:nvSpPr>
          <p:cNvPr id="6" name="Slide Number Placeholder 5">
            <a:extLst>
              <a:ext uri="{FF2B5EF4-FFF2-40B4-BE49-F238E27FC236}">
                <a16:creationId xmlns:a16="http://schemas.microsoft.com/office/drawing/2014/main" id="{40526C9C-A370-FD32-197C-FFC804262E6A}"/>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1481073914"/>
      </p:ext>
    </p:extLst>
  </p:cSld>
  <p:clrMapOvr>
    <a:masterClrMapping/>
  </p:clrMapOvr>
  <p:hf hdr="0"/>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F085E5-BB85-0C46-CA1D-5A94546F29A6}"/>
              </a:ext>
            </a:extLst>
          </p:cNvPr>
          <p:cNvSpPr>
            <a:spLocks noGrp="1"/>
          </p:cNvSpPr>
          <p:nvPr>
            <p:ph type="title" orient="vert"/>
          </p:nvPr>
        </p:nvSpPr>
        <p:spPr>
          <a:xfrm>
            <a:off x="8244349" y="345009"/>
            <a:ext cx="2484105" cy="5491649"/>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E9707AEE-B77B-22FC-BB97-4D5DCAD06713}"/>
              </a:ext>
            </a:extLst>
          </p:cNvPr>
          <p:cNvSpPr>
            <a:spLocks noGrp="1"/>
          </p:cNvSpPr>
          <p:nvPr>
            <p:ph type="body" orient="vert" idx="1"/>
          </p:nvPr>
        </p:nvSpPr>
        <p:spPr>
          <a:xfrm>
            <a:off x="792033" y="345009"/>
            <a:ext cx="7308310" cy="54916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6C0C7CE1-27D9-C6B3-313B-2BA2791E88B8}"/>
              </a:ext>
            </a:extLst>
          </p:cNvPr>
          <p:cNvSpPr>
            <a:spLocks noGrp="1"/>
          </p:cNvSpPr>
          <p:nvPr>
            <p:ph type="dt" sz="half" idx="10"/>
          </p:nvPr>
        </p:nvSpPr>
        <p:spPr/>
        <p:txBody>
          <a:body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77D7FDFC-1050-A758-3EAF-5CEA995A9EC5}"/>
              </a:ext>
            </a:extLst>
          </p:cNvPr>
          <p:cNvSpPr>
            <a:spLocks noGrp="1"/>
          </p:cNvSpPr>
          <p:nvPr>
            <p:ph type="ftr" sz="quarter" idx="11"/>
          </p:nvPr>
        </p:nvSpPr>
        <p:spPr/>
        <p:txBody>
          <a:bodyPr/>
          <a:lstStyle/>
          <a:p>
            <a:r>
              <a:rPr lang="en-GB" noProof="0"/>
              <a:t>Insert &gt; Header &amp; Footer</a:t>
            </a:r>
          </a:p>
        </p:txBody>
      </p:sp>
      <p:sp>
        <p:nvSpPr>
          <p:cNvPr id="6" name="Slide Number Placeholder 5">
            <a:extLst>
              <a:ext uri="{FF2B5EF4-FFF2-40B4-BE49-F238E27FC236}">
                <a16:creationId xmlns:a16="http://schemas.microsoft.com/office/drawing/2014/main" id="{FBA8AB7B-DAD0-2C21-586A-912690413783}"/>
              </a:ext>
            </a:extLst>
          </p:cNvPr>
          <p:cNvSpPr>
            <a:spLocks noGrp="1"/>
          </p:cNvSpPr>
          <p:nvPr>
            <p:ph type="sldNum" sz="quarter" idx="12"/>
          </p:nvPr>
        </p:nvSpPr>
        <p:spPr/>
        <p:txBody>
          <a:body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2098449961"/>
      </p:ext>
    </p:extLst>
  </p:cSld>
  <p:clrMapOvr>
    <a:masterClrMapping/>
  </p:clrMapOvr>
  <p:hf hdr="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ver 1 whi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C48C9557-FD9C-BB4C-B70F-30F830B0EE2C}"/>
              </a:ext>
            </a:extLst>
          </p:cNvPr>
          <p:cNvSpPr/>
          <p:nvPr userDrawn="1"/>
        </p:nvSpPr>
        <p:spPr>
          <a:xfrm flipH="1">
            <a:off x="3882092"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BE1F21A6-F32B-7145-BA2D-C82560E2A748}"/>
              </a:ext>
            </a:extLst>
          </p:cNvPr>
          <p:cNvSpPr txBox="1">
            <a:spLocks noGrp="1"/>
          </p:cNvSpPr>
          <p:nvPr>
            <p:ph type="title" hasCustomPrompt="1"/>
          </p:nvPr>
        </p:nvSpPr>
        <p:spPr>
          <a:xfrm>
            <a:off x="3982705" y="218633"/>
            <a:ext cx="5427996" cy="296430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Document </a:t>
            </a:r>
            <a:br>
              <a:rPr lang="en-GB" noProof="0"/>
            </a:br>
            <a:r>
              <a:rPr lang="en-GB" noProof="0"/>
              <a:t>or report cover title</a:t>
            </a:r>
          </a:p>
        </p:txBody>
      </p:sp>
      <p:sp>
        <p:nvSpPr>
          <p:cNvPr id="10" name="object 3">
            <a:extLst>
              <a:ext uri="{FF2B5EF4-FFF2-40B4-BE49-F238E27FC236}">
                <a16:creationId xmlns:a16="http://schemas.microsoft.com/office/drawing/2014/main" id="{3D875610-AF8C-EB4C-869F-DF4C739FD668}"/>
              </a:ext>
            </a:extLst>
          </p:cNvPr>
          <p:cNvSpPr txBox="1"/>
          <p:nvPr userDrawn="1"/>
        </p:nvSpPr>
        <p:spPr>
          <a:xfrm>
            <a:off x="1880422"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lang="en-CA" sz="1700" spc="10" baseline="0">
                <a:latin typeface="Olympic Sans" panose="020B0504040202060203" pitchFamily="34" charset="0"/>
              </a:rPr>
              <a:t>International</a:t>
            </a:r>
            <a:br>
              <a:rPr lang="en-CA" sz="1700" spc="30" baseline="0">
                <a:latin typeface="Olympic Sans" panose="020B0504040202060203" pitchFamily="34" charset="0"/>
              </a:rPr>
            </a:br>
            <a:r>
              <a:rPr lang="en-CA" sz="1700" spc="30" baseline="0">
                <a:latin typeface="Olympic Sans" panose="020B0504040202060203" pitchFamily="34" charset="0"/>
              </a:rPr>
              <a:t>Olympic</a:t>
            </a:r>
            <a:br>
              <a:rPr lang="en-CA" sz="1700" spc="30" baseline="0">
                <a:latin typeface="Olympic Sans" panose="020B0504040202060203" pitchFamily="34" charset="0"/>
              </a:rPr>
            </a:br>
            <a:r>
              <a:rPr lang="en-CA" sz="1700" spc="30" baseline="0">
                <a:latin typeface="Olympic Sans" panose="020B0504040202060203" pitchFamily="34" charset="0"/>
              </a:rPr>
              <a:t>Committee</a:t>
            </a:r>
            <a:endParaRPr lang="en-CA" sz="1700" spc="10" baseline="0">
              <a:latin typeface="Olympic Sans" panose="020B0504040202060203" pitchFamily="34" charset="0"/>
            </a:endParaRPr>
          </a:p>
        </p:txBody>
      </p:sp>
      <p:sp>
        <p:nvSpPr>
          <p:cNvPr id="8" name="Text Placeholder 3">
            <a:extLst>
              <a:ext uri="{FF2B5EF4-FFF2-40B4-BE49-F238E27FC236}">
                <a16:creationId xmlns:a16="http://schemas.microsoft.com/office/drawing/2014/main" id="{C48D582E-2409-0B49-A200-2633129ED23E}"/>
              </a:ext>
            </a:extLst>
          </p:cNvPr>
          <p:cNvSpPr>
            <a:spLocks noGrp="1"/>
          </p:cNvSpPr>
          <p:nvPr>
            <p:ph type="body" sz="half" idx="11" hasCustomPrompt="1"/>
          </p:nvPr>
        </p:nvSpPr>
        <p:spPr>
          <a:xfrm>
            <a:off x="3985838" y="5573221"/>
            <a:ext cx="3557715" cy="496576"/>
          </a:xfrm>
        </p:spPr>
        <p:txBody>
          <a:bodyPr lIns="0" tIns="0" rIns="0" bIns="0" anchor="t" anchorCtr="0">
            <a:noAutofit/>
          </a:bodyPr>
          <a:lstStyle>
            <a:lvl1pPr marL="0" indent="0">
              <a:lnSpc>
                <a:spcPct val="96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Name</a:t>
            </a:r>
            <a:br>
              <a:rPr lang="en-GB" noProof="0"/>
            </a:br>
            <a:r>
              <a:rPr lang="en-GB" noProof="0"/>
              <a:t>Department</a:t>
            </a:r>
          </a:p>
        </p:txBody>
      </p:sp>
      <p:pic>
        <p:nvPicPr>
          <p:cNvPr id="11" name="Picture 10">
            <a:extLst>
              <a:ext uri="{FF2B5EF4-FFF2-40B4-BE49-F238E27FC236}">
                <a16:creationId xmlns:a16="http://schemas.microsoft.com/office/drawing/2014/main" id="{4C065777-57A9-C046-BF14-D9D462A533C9}"/>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12" name="Text Placeholder 3">
            <a:extLst>
              <a:ext uri="{FF2B5EF4-FFF2-40B4-BE49-F238E27FC236}">
                <a16:creationId xmlns:a16="http://schemas.microsoft.com/office/drawing/2014/main" id="{F25326C6-0EA9-C848-85E3-7F712DF82F9B}"/>
              </a:ext>
            </a:extLst>
          </p:cNvPr>
          <p:cNvSpPr>
            <a:spLocks noGrp="1"/>
          </p:cNvSpPr>
          <p:nvPr>
            <p:ph type="body" sz="half" idx="12" hasCustomPrompt="1"/>
          </p:nvPr>
        </p:nvSpPr>
        <p:spPr>
          <a:xfrm>
            <a:off x="3986398" y="6073775"/>
            <a:ext cx="3557715" cy="250825"/>
          </a:xfrm>
        </p:spPr>
        <p:txBody>
          <a:bodyPr wrap="none" lIns="0" tIns="0" rIns="0" bIns="0" anchor="b" anchorCtr="0">
            <a:noAutofit/>
          </a:bodyPr>
          <a:lstStyle>
            <a:lvl1pPr marL="0" indent="0">
              <a:lnSpc>
                <a:spcPct val="70000"/>
              </a:lnSpc>
              <a:spcBef>
                <a:spcPts val="0"/>
              </a:spcBef>
              <a:buNone/>
              <a:defRPr sz="1700" b="0" i="0">
                <a:latin typeface="Olympic Sans" panose="020B0504040202060203"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noProof="0"/>
              <a:t>DD/MM/YYYY</a:t>
            </a:r>
          </a:p>
        </p:txBody>
      </p:sp>
    </p:spTree>
    <p:extLst>
      <p:ext uri="{BB962C8B-B14F-4D97-AF65-F5344CB8AC3E}">
        <p14:creationId xmlns:p14="http://schemas.microsoft.com/office/powerpoint/2010/main" val="2316343936"/>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39">
          <p15:clr>
            <a:srgbClr val="FBAE40"/>
          </p15:clr>
        </p15:guide>
        <p15:guide id="39" orient="horz" pos="3456">
          <p15:clr>
            <a:srgbClr val="FBAE40"/>
          </p15:clr>
        </p15:guide>
        <p15:guide id="40" orient="horz" pos="352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6" name="Title Text">
            <a:extLst>
              <a:ext uri="{FF2B5EF4-FFF2-40B4-BE49-F238E27FC236}">
                <a16:creationId xmlns:a16="http://schemas.microsoft.com/office/drawing/2014/main" id="{A2E99A5E-B348-BB44-B829-CC368CE429B3}"/>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2"/>
                </a:solidFill>
                <a:latin typeface="Olympic Headline" pitchFamily="2" charset="77"/>
              </a:defRPr>
            </a:lvl1pPr>
          </a:lstStyle>
          <a:p>
            <a:r>
              <a:rPr lang="en-GB" noProof="0"/>
              <a:t>SLIDE TITLE</a:t>
            </a:r>
            <a:br>
              <a:rPr lang="en-GB" noProof="0"/>
            </a:br>
            <a:r>
              <a:rPr lang="en-GB" noProof="0"/>
              <a:t>TWO LINES IF LONG TITLE</a:t>
            </a:r>
          </a:p>
        </p:txBody>
      </p:sp>
      <p:pic>
        <p:nvPicPr>
          <p:cNvPr id="7" name="Picture 6">
            <a:extLst>
              <a:ext uri="{FF2B5EF4-FFF2-40B4-BE49-F238E27FC236}">
                <a16:creationId xmlns:a16="http://schemas.microsoft.com/office/drawing/2014/main" id="{330A60A5-14AD-BB4D-B6C7-88CB4AF850DE}"/>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10" name="Content Placeholder 2">
            <a:extLst>
              <a:ext uri="{FF2B5EF4-FFF2-40B4-BE49-F238E27FC236}">
                <a16:creationId xmlns:a16="http://schemas.microsoft.com/office/drawing/2014/main" id="{C0E1E394-34CC-EF48-B64A-F7AA6CB3F6AC}"/>
              </a:ext>
            </a:extLst>
          </p:cNvPr>
          <p:cNvSpPr>
            <a:spLocks noGrp="1"/>
          </p:cNvSpPr>
          <p:nvPr>
            <p:ph sz="quarter" idx="10"/>
          </p:nvPr>
        </p:nvSpPr>
        <p:spPr>
          <a:xfrm>
            <a:off x="213696" y="1741466"/>
            <a:ext cx="5433042" cy="3744934"/>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349293178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 text columns">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5FF2DA3A-260D-C044-9362-01FC63064F29}"/>
              </a:ext>
            </a:extLst>
          </p:cNvPr>
          <p:cNvSpPr txBox="1">
            <a:spLocks/>
          </p:cNvSpPr>
          <p:nvPr userDrawn="1"/>
        </p:nvSpPr>
        <p:spPr>
          <a:xfrm>
            <a:off x="10689923" y="6013894"/>
            <a:ext cx="601965" cy="288539"/>
          </a:xfrm>
          <a:prstGeom prst="rect">
            <a:avLst/>
          </a:prstGeom>
        </p:spPr>
        <p:txBody>
          <a:bodyPr vert="horz" lIns="0" tIns="0" rIns="0" bIns="0" rtlCol="0" anchor="b" anchorCtr="0">
            <a:noAutofit/>
          </a:bodyPr>
          <a:lstStyle>
            <a:defPPr>
              <a:defRPr lang="en-US"/>
            </a:defPPr>
            <a:lvl1pPr marL="0" algn="r" defTabSz="914400" rtl="0" eaLnBrk="1" latinLnBrk="0" hangingPunct="1">
              <a:defRPr sz="1000" kern="1200">
                <a:solidFill>
                  <a:schemeClr val="bg1">
                    <a:lumMod val="75000"/>
                  </a:schemeClr>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7FDB0297-7388-A14B-B741-9F27283010F8}" type="slidenum">
              <a:rPr lang="en-US" sz="1100" smtClean="0">
                <a:solidFill>
                  <a:schemeClr val="tx1"/>
                </a:solidFill>
                <a:latin typeface="Olympic Sans" panose="020B0504040202060203" pitchFamily="34" charset="77"/>
              </a:rPr>
              <a:pPr algn="r"/>
              <a:t>‹#›</a:t>
            </a:fld>
            <a:endParaRPr lang="en-US" sz="1100">
              <a:solidFill>
                <a:schemeClr val="tx1"/>
              </a:solidFill>
              <a:latin typeface="Olympic Sans" panose="020B0504040202060203" pitchFamily="34" charset="77"/>
            </a:endParaRPr>
          </a:p>
        </p:txBody>
      </p:sp>
      <p:sp>
        <p:nvSpPr>
          <p:cNvPr id="11" name="Title Text">
            <a:extLst>
              <a:ext uri="{FF2B5EF4-FFF2-40B4-BE49-F238E27FC236}">
                <a16:creationId xmlns:a16="http://schemas.microsoft.com/office/drawing/2014/main" id="{24F564B9-DD70-CC4E-8669-1B4AAA676B1D}"/>
              </a:ext>
            </a:extLst>
          </p:cNvPr>
          <p:cNvSpPr txBox="1">
            <a:spLocks noGrp="1"/>
          </p:cNvSpPr>
          <p:nvPr>
            <p:ph type="title" hasCustomPrompt="1"/>
          </p:nvPr>
        </p:nvSpPr>
        <p:spPr>
          <a:xfrm>
            <a:off x="227239" y="236399"/>
            <a:ext cx="4476524" cy="757376"/>
          </a:xfrm>
          <a:prstGeom prst="rect">
            <a:avLst/>
          </a:prstGeom>
        </p:spPr>
        <p:txBody>
          <a:bodyPr lIns="0" tIns="0" rIns="0" bIns="0" anchor="t">
            <a:noAutofit/>
          </a:bodyPr>
          <a:lstStyle>
            <a:lvl1pPr fontAlgn="t">
              <a:lnSpc>
                <a:spcPts val="3267"/>
              </a:lnSpc>
              <a:defRPr sz="3900" baseline="0">
                <a:solidFill>
                  <a:schemeClr val="tx1"/>
                </a:solidFill>
                <a:latin typeface="Olympic Headline" pitchFamily="2" charset="77"/>
              </a:defRPr>
            </a:lvl1pPr>
          </a:lstStyle>
          <a:p>
            <a:r>
              <a:rPr lang="en-GB" noProof="0"/>
              <a:t>SLIDE TITLE</a:t>
            </a:r>
            <a:br>
              <a:rPr lang="en-GB" noProof="0"/>
            </a:br>
            <a:r>
              <a:rPr lang="en-GB" noProof="0"/>
              <a:t>TWO LINES IF LONG TITLE</a:t>
            </a:r>
          </a:p>
        </p:txBody>
      </p:sp>
      <p:pic>
        <p:nvPicPr>
          <p:cNvPr id="8" name="Picture 7">
            <a:extLst>
              <a:ext uri="{FF2B5EF4-FFF2-40B4-BE49-F238E27FC236}">
                <a16:creationId xmlns:a16="http://schemas.microsoft.com/office/drawing/2014/main" id="{3DA7E273-34B6-4D40-A936-F35A38C3A5D1}"/>
              </a:ext>
            </a:extLst>
          </p:cNvPr>
          <p:cNvPicPr>
            <a:picLocks noChangeAspect="1"/>
          </p:cNvPicPr>
          <p:nvPr userDrawn="1"/>
        </p:nvPicPr>
        <p:blipFill>
          <a:blip r:embed="rId2"/>
          <a:stretch>
            <a:fillRect/>
          </a:stretch>
        </p:blipFill>
        <p:spPr>
          <a:xfrm>
            <a:off x="10280650" y="153932"/>
            <a:ext cx="1090950" cy="582667"/>
          </a:xfrm>
          <a:prstGeom prst="rect">
            <a:avLst/>
          </a:prstGeom>
        </p:spPr>
      </p:pic>
      <p:sp>
        <p:nvSpPr>
          <p:cNvPr id="7" name="Content Placeholder 2">
            <a:extLst>
              <a:ext uri="{FF2B5EF4-FFF2-40B4-BE49-F238E27FC236}">
                <a16:creationId xmlns:a16="http://schemas.microsoft.com/office/drawing/2014/main" id="{82AE2BBE-8514-E34A-83D5-4CF87989862D}"/>
              </a:ext>
            </a:extLst>
          </p:cNvPr>
          <p:cNvSpPr>
            <a:spLocks noGrp="1"/>
          </p:cNvSpPr>
          <p:nvPr>
            <p:ph sz="quarter" idx="14"/>
          </p:nvPr>
        </p:nvSpPr>
        <p:spPr>
          <a:xfrm>
            <a:off x="219075" y="1742940"/>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
        <p:nvSpPr>
          <p:cNvPr id="9" name="Content Placeholder 2">
            <a:extLst>
              <a:ext uri="{FF2B5EF4-FFF2-40B4-BE49-F238E27FC236}">
                <a16:creationId xmlns:a16="http://schemas.microsoft.com/office/drawing/2014/main" id="{7E5F8250-6D30-5841-AA95-A65D453C084B}"/>
              </a:ext>
            </a:extLst>
          </p:cNvPr>
          <p:cNvSpPr>
            <a:spLocks noGrp="1"/>
          </p:cNvSpPr>
          <p:nvPr>
            <p:ph sz="quarter" idx="15"/>
          </p:nvPr>
        </p:nvSpPr>
        <p:spPr>
          <a:xfrm>
            <a:off x="5868988" y="1743044"/>
            <a:ext cx="5427663" cy="3743460"/>
          </a:xfrm>
        </p:spPr>
        <p:txBody>
          <a:bodyPr wrap="square" lIns="0" tIns="0" rIns="0" bIns="0">
            <a:noAutofit/>
          </a:bodyPr>
          <a:lstStyle>
            <a:lvl1pPr>
              <a:defRPr sz="2000"/>
            </a:lvl1pPr>
            <a:lvl2pPr marL="252000" indent="-252000">
              <a:defRPr sz="2000"/>
            </a:lvl2pPr>
            <a:lvl3pPr marL="720000">
              <a:defRPr sz="2000"/>
            </a:lvl3pPr>
            <a:lvl4pPr marL="1188000">
              <a:defRPr sz="2000"/>
            </a:lvl4pPr>
            <a:lvl5pPr marL="1656000">
              <a:defRPr sz="2000"/>
            </a:lvl5pPr>
          </a:lstStyle>
          <a:p>
            <a:pPr lvl="0"/>
            <a:r>
              <a:rPr lang="en-GB" noProof="0"/>
              <a:t>Click to edit Master text styles</a:t>
            </a:r>
          </a:p>
          <a:p>
            <a:pPr lvl="1"/>
            <a:r>
              <a:rPr lang="en-GB" noProof="0"/>
              <a:t>Second level </a:t>
            </a:r>
          </a:p>
          <a:p>
            <a:pPr lvl="2"/>
            <a:r>
              <a:rPr lang="en-GB" noProof="0"/>
              <a:t>Third level</a:t>
            </a:r>
          </a:p>
          <a:p>
            <a:pPr lvl="3"/>
            <a:r>
              <a:rPr lang="en-GB" noProof="0"/>
              <a:t>Fourth level </a:t>
            </a:r>
          </a:p>
          <a:p>
            <a:pPr lvl="4"/>
            <a:r>
              <a:rPr lang="en-GB" noProof="0"/>
              <a:t>Fifth level</a:t>
            </a:r>
          </a:p>
        </p:txBody>
      </p:sp>
    </p:spTree>
    <p:extLst>
      <p:ext uri="{BB962C8B-B14F-4D97-AF65-F5344CB8AC3E}">
        <p14:creationId xmlns:p14="http://schemas.microsoft.com/office/powerpoint/2010/main" val="730383790"/>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bg1"/>
        </a:solidFill>
        <a:effectLst/>
      </p:bgPr>
    </p:bg>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328FD-4C5B-CC4F-91CC-95677B8757BD}"/>
              </a:ext>
            </a:extLst>
          </p:cNvPr>
          <p:cNvSpPr txBox="1"/>
          <p:nvPr userDrawn="1"/>
        </p:nvSpPr>
        <p:spPr>
          <a:xfrm>
            <a:off x="1881188" y="200026"/>
            <a:ext cx="1662113" cy="705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R="5080" indent="12700">
              <a:lnSpc>
                <a:spcPts val="3400"/>
              </a:lnSpc>
              <a:spcBef>
                <a:spcPts val="500"/>
              </a:spcBef>
              <a:defRPr sz="3100">
                <a:latin typeface="Olympic Sans Regular"/>
                <a:ea typeface="Olympic Sans Regular"/>
                <a:cs typeface="Olympic Sans Regular"/>
                <a:sym typeface="Olympic Sans Regular"/>
              </a:defRPr>
            </a:lvl1pPr>
          </a:lstStyle>
          <a:p>
            <a:pPr indent="0">
              <a:lnSpc>
                <a:spcPct val="96000"/>
              </a:lnSpc>
            </a:pPr>
            <a:r>
              <a:rPr sz="1700" spc="10" baseline="0">
                <a:latin typeface="Olympic Sans" panose="020B0504040202060203" pitchFamily="34" charset="0"/>
              </a:rPr>
              <a:t>International</a:t>
            </a:r>
            <a:r>
              <a:rPr sz="1700" spc="30" baseline="0">
                <a:latin typeface="Olympic Sans" panose="020B0504040202060203" pitchFamily="34" charset="0"/>
              </a:rPr>
              <a:t>  </a:t>
            </a:r>
            <a:br>
              <a:rPr lang="en-CA" sz="1700" spc="30" baseline="0">
                <a:latin typeface="Olympic Sans" panose="020B0504040202060203" pitchFamily="34" charset="0"/>
              </a:rPr>
            </a:br>
            <a:r>
              <a:rPr sz="1700" spc="30" baseline="0">
                <a:latin typeface="Olympic Sans" panose="020B0504040202060203" pitchFamily="34" charset="0"/>
              </a:rPr>
              <a:t>Olympic  </a:t>
            </a:r>
            <a:br>
              <a:rPr lang="en-CA" sz="1700" spc="30" baseline="0">
                <a:latin typeface="Olympic Sans" panose="020B0504040202060203" pitchFamily="34" charset="0"/>
              </a:rPr>
            </a:br>
            <a:r>
              <a:rPr sz="1700" spc="30" baseline="0">
                <a:latin typeface="Olympic Sans" panose="020B0504040202060203" pitchFamily="34" charset="0"/>
              </a:rPr>
              <a:t>Committee</a:t>
            </a:r>
          </a:p>
        </p:txBody>
      </p:sp>
      <p:sp>
        <p:nvSpPr>
          <p:cNvPr id="6" name="object 2">
            <a:extLst>
              <a:ext uri="{FF2B5EF4-FFF2-40B4-BE49-F238E27FC236}">
                <a16:creationId xmlns:a16="http://schemas.microsoft.com/office/drawing/2014/main" id="{A9F37126-D781-7D4E-B170-EF8C227A7F87}"/>
              </a:ext>
            </a:extLst>
          </p:cNvPr>
          <p:cNvSpPr/>
          <p:nvPr userDrawn="1"/>
        </p:nvSpPr>
        <p:spPr>
          <a:xfrm flipH="1">
            <a:off x="3881917" y="226726"/>
            <a:ext cx="0" cy="6026437"/>
          </a:xfrm>
          <a:prstGeom prst="line">
            <a:avLst/>
          </a:prstGeom>
          <a:ln w="9525">
            <a:solidFill>
              <a:srgbClr val="141414"/>
            </a:solidFill>
          </a:ln>
        </p:spPr>
        <p:txBody>
          <a:bodyPr lIns="26199" rIns="26199"/>
          <a:lstStyle/>
          <a:p>
            <a:endParaRPr sz="591"/>
          </a:p>
        </p:txBody>
      </p:sp>
      <p:sp>
        <p:nvSpPr>
          <p:cNvPr id="9" name="Title Text">
            <a:extLst>
              <a:ext uri="{FF2B5EF4-FFF2-40B4-BE49-F238E27FC236}">
                <a16:creationId xmlns:a16="http://schemas.microsoft.com/office/drawing/2014/main" id="{84C6ABFD-042C-1C4E-9DB5-CB0901F0A5C8}"/>
              </a:ext>
            </a:extLst>
          </p:cNvPr>
          <p:cNvSpPr txBox="1">
            <a:spLocks noGrp="1"/>
          </p:cNvSpPr>
          <p:nvPr>
            <p:ph type="title" hasCustomPrompt="1"/>
          </p:nvPr>
        </p:nvSpPr>
        <p:spPr>
          <a:xfrm>
            <a:off x="3982705" y="218633"/>
            <a:ext cx="4486605" cy="2195955"/>
          </a:xfrm>
          <a:prstGeom prst="rect">
            <a:avLst/>
          </a:prstGeom>
        </p:spPr>
        <p:txBody>
          <a:bodyPr lIns="0" tIns="36000" rIns="0" bIns="0" anchor="t">
            <a:noAutofit/>
          </a:bodyPr>
          <a:lstStyle>
            <a:lvl1pPr fontAlgn="t">
              <a:lnSpc>
                <a:spcPct val="68000"/>
              </a:lnSpc>
              <a:defRPr sz="7350" baseline="0">
                <a:latin typeface="Olympic Headline" pitchFamily="2" charset="77"/>
              </a:defRPr>
            </a:lvl1pPr>
          </a:lstStyle>
          <a:p>
            <a:r>
              <a:rPr lang="en-GB" noProof="0"/>
              <a:t>MERCI</a:t>
            </a:r>
          </a:p>
        </p:txBody>
      </p:sp>
      <p:pic>
        <p:nvPicPr>
          <p:cNvPr id="10" name="Picture 9">
            <a:extLst>
              <a:ext uri="{FF2B5EF4-FFF2-40B4-BE49-F238E27FC236}">
                <a16:creationId xmlns:a16="http://schemas.microsoft.com/office/drawing/2014/main" id="{7C575704-DE8C-6748-9580-18E6336D2C23}"/>
              </a:ext>
            </a:extLst>
          </p:cNvPr>
          <p:cNvPicPr>
            <a:picLocks noChangeAspect="1"/>
          </p:cNvPicPr>
          <p:nvPr userDrawn="1"/>
        </p:nvPicPr>
        <p:blipFill>
          <a:blip r:embed="rId2"/>
          <a:stretch>
            <a:fillRect/>
          </a:stretch>
        </p:blipFill>
        <p:spPr>
          <a:xfrm>
            <a:off x="107377" y="111125"/>
            <a:ext cx="1676952" cy="895645"/>
          </a:xfrm>
          <a:prstGeom prst="rect">
            <a:avLst/>
          </a:prstGeom>
        </p:spPr>
      </p:pic>
      <p:sp>
        <p:nvSpPr>
          <p:cNvPr id="7" name="TextBox 6">
            <a:extLst>
              <a:ext uri="{FF2B5EF4-FFF2-40B4-BE49-F238E27FC236}">
                <a16:creationId xmlns:a16="http://schemas.microsoft.com/office/drawing/2014/main" id="{BE4A91B6-91CD-854C-8D81-4AA796FBE85F}"/>
              </a:ext>
            </a:extLst>
          </p:cNvPr>
          <p:cNvSpPr txBox="1"/>
          <p:nvPr userDrawn="1"/>
        </p:nvSpPr>
        <p:spPr>
          <a:xfrm>
            <a:off x="222249" y="5584553"/>
            <a:ext cx="2600326" cy="668610"/>
          </a:xfrm>
          <a:prstGeom prst="rect">
            <a:avLst/>
          </a:prstGeom>
          <a:noFill/>
        </p:spPr>
        <p:txBody>
          <a:bodyPr wrap="square" lIns="0" tIns="0" rIns="0" bIns="0" rtlCol="0" anchor="t" anchorCtr="0">
            <a:noAutofit/>
          </a:bodyPr>
          <a:lstStyle/>
          <a:p>
            <a:pPr>
              <a:lnSpc>
                <a:spcPct val="95000"/>
              </a:lnSpc>
            </a:pPr>
            <a:r>
              <a:rPr lang="en-GB" sz="800" noProof="0">
                <a:effectLst/>
              </a:rPr>
              <a:t>The presentation and/or the content herein included is owned by, or has been authorised to, the International Olympic Committee (IOC).</a:t>
            </a:r>
          </a:p>
          <a:p>
            <a:pPr>
              <a:lnSpc>
                <a:spcPct val="95000"/>
              </a:lnSpc>
            </a:pPr>
            <a:endParaRPr lang="en-GB" sz="800" noProof="0">
              <a:effectLst/>
            </a:endParaRPr>
          </a:p>
          <a:p>
            <a:pPr>
              <a:lnSpc>
                <a:spcPct val="95000"/>
              </a:lnSpc>
            </a:pPr>
            <a:r>
              <a:rPr lang="en-GB" sz="800" noProof="0"/>
              <a:t>Any use is limited to the context in which it was given </a:t>
            </a:r>
            <a:br>
              <a:rPr lang="en-GB" sz="800" noProof="0"/>
            </a:br>
            <a:r>
              <a:rPr lang="en-GB" sz="800" noProof="0"/>
              <a:t>by the IOC and for the purpose of that context.</a:t>
            </a:r>
          </a:p>
        </p:txBody>
      </p:sp>
    </p:spTree>
    <p:extLst>
      <p:ext uri="{BB962C8B-B14F-4D97-AF65-F5344CB8AC3E}">
        <p14:creationId xmlns:p14="http://schemas.microsoft.com/office/powerpoint/2010/main" val="962986249"/>
      </p:ext>
    </p:extLst>
  </p:cSld>
  <p:clrMapOvr>
    <a:masterClrMapping/>
  </p:clrMapOvr>
  <p:extLst>
    <p:ext uri="{DCECCB84-F9BA-43D5-87BE-67443E8EF086}">
      <p15:sldGuideLst xmlns:p15="http://schemas.microsoft.com/office/powerpoint/2012/main">
        <p15:guide id="1" pos="138">
          <p15:clr>
            <a:srgbClr val="FBAE40"/>
          </p15:clr>
        </p15:guide>
        <p15:guide id="2" pos="7113">
          <p15:clr>
            <a:srgbClr val="FBAE40"/>
          </p15:clr>
        </p15:guide>
        <p15:guide id="3" orient="horz" pos="3939">
          <p15:clr>
            <a:srgbClr val="FBAE40"/>
          </p15:clr>
        </p15:guide>
        <p15:guide id="4" orient="horz" pos="142">
          <p15:clr>
            <a:srgbClr val="FBAE40"/>
          </p15:clr>
        </p15:guide>
        <p15:guide id="5" pos="593">
          <p15:clr>
            <a:srgbClr val="FBAE40"/>
          </p15:clr>
        </p15:guide>
        <p15:guide id="6" pos="733">
          <p15:clr>
            <a:srgbClr val="FBAE40"/>
          </p15:clr>
        </p15:guide>
        <p15:guide id="7" pos="1187">
          <p15:clr>
            <a:srgbClr val="FBAE40"/>
          </p15:clr>
        </p15:guide>
        <p15:guide id="8" pos="1327">
          <p15:clr>
            <a:srgbClr val="FBAE40"/>
          </p15:clr>
        </p15:guide>
        <p15:guide id="9" pos="1778">
          <p15:clr>
            <a:srgbClr val="FBAE40"/>
          </p15:clr>
        </p15:guide>
        <p15:guide id="10" pos="1918">
          <p15:clr>
            <a:srgbClr val="FBAE40"/>
          </p15:clr>
        </p15:guide>
        <p15:guide id="11" pos="2372">
          <p15:clr>
            <a:srgbClr val="FBAE40"/>
          </p15:clr>
        </p15:guide>
        <p15:guide id="12" pos="2512">
          <p15:clr>
            <a:srgbClr val="FBAE40"/>
          </p15:clr>
        </p15:guide>
        <p15:guide id="13" pos="2965">
          <p15:clr>
            <a:srgbClr val="FBAE40"/>
          </p15:clr>
        </p15:guide>
        <p15:guide id="14" pos="3105">
          <p15:clr>
            <a:srgbClr val="FBAE40"/>
          </p15:clr>
        </p15:guide>
        <p15:guide id="15" pos="3557">
          <p15:clr>
            <a:srgbClr val="FBAE40"/>
          </p15:clr>
        </p15:guide>
        <p15:guide id="16" pos="3697">
          <p15:clr>
            <a:srgbClr val="FBAE40"/>
          </p15:clr>
        </p15:guide>
        <p15:guide id="17" pos="4150">
          <p15:clr>
            <a:srgbClr val="FBAE40"/>
          </p15:clr>
        </p15:guide>
        <p15:guide id="18" pos="4290">
          <p15:clr>
            <a:srgbClr val="FBAE40"/>
          </p15:clr>
        </p15:guide>
        <p15:guide id="19" pos="4744">
          <p15:clr>
            <a:srgbClr val="FBAE40"/>
          </p15:clr>
        </p15:guide>
        <p15:guide id="20" pos="4883">
          <p15:clr>
            <a:srgbClr val="FBAE40"/>
          </p15:clr>
        </p15:guide>
        <p15:guide id="21" pos="5335">
          <p15:clr>
            <a:srgbClr val="FBAE40"/>
          </p15:clr>
        </p15:guide>
        <p15:guide id="22" pos="5475">
          <p15:clr>
            <a:srgbClr val="FBAE40"/>
          </p15:clr>
        </p15:guide>
        <p15:guide id="23" pos="5928">
          <p15:clr>
            <a:srgbClr val="FBAE40"/>
          </p15:clr>
        </p15:guide>
        <p15:guide id="24" pos="6068">
          <p15:clr>
            <a:srgbClr val="FBAE40"/>
          </p15:clr>
        </p15:guide>
        <p15:guide id="25" pos="6522">
          <p15:clr>
            <a:srgbClr val="FBAE40"/>
          </p15:clr>
        </p15:guide>
        <p15:guide id="26" pos="6662">
          <p15:clr>
            <a:srgbClr val="FBAE40"/>
          </p15:clr>
        </p15:guide>
        <p15:guide id="27" orient="horz" pos="554">
          <p15:clr>
            <a:srgbClr val="FBAE40"/>
          </p15:clr>
        </p15:guide>
        <p15:guide id="28" orient="horz" pos="626">
          <p15:clr>
            <a:srgbClr val="FBAE40"/>
          </p15:clr>
        </p15:guide>
        <p15:guide id="29" orient="horz" pos="1038">
          <p15:clr>
            <a:srgbClr val="FBAE40"/>
          </p15:clr>
        </p15:guide>
        <p15:guide id="30" orient="horz" pos="1109">
          <p15:clr>
            <a:srgbClr val="FBAE40"/>
          </p15:clr>
        </p15:guide>
        <p15:guide id="31" orient="horz" pos="1521">
          <p15:clr>
            <a:srgbClr val="FBAE40"/>
          </p15:clr>
        </p15:guide>
        <p15:guide id="32" orient="horz" pos="2005">
          <p15:clr>
            <a:srgbClr val="FBAE40"/>
          </p15:clr>
        </p15:guide>
        <p15:guide id="33" orient="horz" pos="1593">
          <p15:clr>
            <a:srgbClr val="FBAE40"/>
          </p15:clr>
        </p15:guide>
        <p15:guide id="34" orient="horz" pos="2075">
          <p15:clr>
            <a:srgbClr val="FBAE40"/>
          </p15:clr>
        </p15:guide>
        <p15:guide id="35" orient="horz" pos="2489">
          <p15:clr>
            <a:srgbClr val="FBAE40"/>
          </p15:clr>
        </p15:guide>
        <p15:guide id="36" orient="horz" pos="2559">
          <p15:clr>
            <a:srgbClr val="FBAE40"/>
          </p15:clr>
        </p15:guide>
        <p15:guide id="37" orient="horz" pos="2973">
          <p15:clr>
            <a:srgbClr val="FBAE40"/>
          </p15:clr>
        </p15:guide>
        <p15:guide id="38" orient="horz" pos="3043">
          <p15:clr>
            <a:srgbClr val="FBAE40"/>
          </p15:clr>
        </p15:guide>
        <p15:guide id="39" orient="horz" pos="3456">
          <p15:clr>
            <a:srgbClr val="FBAE40"/>
          </p15:clr>
        </p15:guide>
        <p15:guide id="40" orient="horz" pos="352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4.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theme" Target="../theme/theme5.xml"/><Relationship Id="rId5" Type="http://schemas.openxmlformats.org/officeDocument/2006/relationships/slideLayout" Target="../slideLayouts/slideLayout53.xml"/><Relationship Id="rId4" Type="http://schemas.openxmlformats.org/officeDocument/2006/relationships/slideLayout" Target="../slideLayouts/slideLayout5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6.xml"/><Relationship Id="rId7" Type="http://schemas.openxmlformats.org/officeDocument/2006/relationships/theme" Target="../theme/theme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6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61.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6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theme" Target="../theme/theme10.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3C1D9B-3DFE-7B42-AE16-3BE16BE94D2B}"/>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41E5B595-D6EC-0F4F-B7A3-1C268F0E2B9F}"/>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Date Placeholder 3">
            <a:extLst>
              <a:ext uri="{FF2B5EF4-FFF2-40B4-BE49-F238E27FC236}">
                <a16:creationId xmlns:a16="http://schemas.microsoft.com/office/drawing/2014/main" id="{D6189796-38AC-FB4C-8713-BA93B751859B}"/>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D42CC914-ADAB-5749-9BB6-A0E474EF69F0}" type="datetime3">
              <a:rPr lang="en-GB" noProof="0" smtClean="0"/>
              <a:t>7 December, 2025</a:t>
            </a:fld>
            <a:endParaRPr lang="en-GB" noProof="0"/>
          </a:p>
        </p:txBody>
      </p:sp>
      <p:sp>
        <p:nvSpPr>
          <p:cNvPr id="5" name="Footer Placeholder 4">
            <a:extLst>
              <a:ext uri="{FF2B5EF4-FFF2-40B4-BE49-F238E27FC236}">
                <a16:creationId xmlns:a16="http://schemas.microsoft.com/office/drawing/2014/main" id="{FA82C46E-DA98-5244-AE24-0EC2FE133BE6}"/>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r>
              <a:rPr lang="en-GB" noProof="0"/>
              <a:t>Insert &gt; Header &amp; Footer</a:t>
            </a:r>
          </a:p>
        </p:txBody>
      </p:sp>
      <p:sp>
        <p:nvSpPr>
          <p:cNvPr id="6" name="Slide Number Placeholder 5">
            <a:extLst>
              <a:ext uri="{FF2B5EF4-FFF2-40B4-BE49-F238E27FC236}">
                <a16:creationId xmlns:a16="http://schemas.microsoft.com/office/drawing/2014/main" id="{CF985352-D787-AC4D-A94F-F8A206A774D1}"/>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2422E228-2191-B049-8B79-85DBA96A00FA}" type="slidenum">
              <a:rPr lang="en-GB" noProof="0" smtClean="0"/>
              <a:t>‹#›</a:t>
            </a:fld>
            <a:endParaRPr lang="en-GB" noProof="0"/>
          </a:p>
        </p:txBody>
      </p:sp>
    </p:spTree>
    <p:extLst>
      <p:ext uri="{BB962C8B-B14F-4D97-AF65-F5344CB8AC3E}">
        <p14:creationId xmlns:p14="http://schemas.microsoft.com/office/powerpoint/2010/main" val="250988392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29" r:id="rId3"/>
    <p:sldLayoutId id="2147483694" r:id="rId4"/>
    <p:sldLayoutId id="2147483696" r:id="rId5"/>
    <p:sldLayoutId id="2147483728" r:id="rId6"/>
    <p:sldLayoutId id="2147483699" r:id="rId7"/>
    <p:sldLayoutId id="2147483725" r:id="rId8"/>
    <p:sldLayoutId id="2147483730" r:id="rId9"/>
    <p:sldLayoutId id="2147483799" r:id="rId10"/>
    <p:sldLayoutId id="2147483812" r:id="rId11"/>
    <p:sldLayoutId id="2147483813" r:id="rId12"/>
    <p:sldLayoutId id="2147483814" r:id="rId13"/>
    <p:sldLayoutId id="2147483815" r:id="rId14"/>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4ED91F-29AB-4545-824D-1F5FC580D9B3}"/>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7EA0CC91-5C5B-0944-A77D-42B609B95BB3}"/>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3320D8D6-F154-A645-8A7F-7836948D25DA}"/>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DF2009B5-2188-B644-9C04-91872990E1C0}" type="datetime3">
              <a:rPr lang="en-GB" noProof="0" smtClean="0"/>
              <a:t>7 December, 2025</a:t>
            </a:fld>
            <a:endParaRPr lang="en-GB" noProof="0"/>
          </a:p>
        </p:txBody>
      </p:sp>
      <p:sp>
        <p:nvSpPr>
          <p:cNvPr id="5" name="Footer Placeholder 4">
            <a:extLst>
              <a:ext uri="{FF2B5EF4-FFF2-40B4-BE49-F238E27FC236}">
                <a16:creationId xmlns:a16="http://schemas.microsoft.com/office/drawing/2014/main" id="{99919075-88BF-1A4C-A6E8-D72196D86C57}"/>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r>
              <a:rPr lang="en-GB" noProof="0"/>
              <a:t>Insert &gt; Header &amp; Footer</a:t>
            </a:r>
          </a:p>
        </p:txBody>
      </p:sp>
      <p:sp>
        <p:nvSpPr>
          <p:cNvPr id="6" name="Slide Number Placeholder 5">
            <a:extLst>
              <a:ext uri="{FF2B5EF4-FFF2-40B4-BE49-F238E27FC236}">
                <a16:creationId xmlns:a16="http://schemas.microsoft.com/office/drawing/2014/main" id="{B03F4000-1DF3-B648-8DC0-7EA0F01605FE}"/>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A3A20F19-908B-1E4C-AC12-162D393C2D17}" type="slidenum">
              <a:rPr lang="en-GB" noProof="0" smtClean="0"/>
              <a:t>‹#›</a:t>
            </a:fld>
            <a:endParaRPr lang="en-GB" noProof="0"/>
          </a:p>
        </p:txBody>
      </p:sp>
    </p:spTree>
    <p:extLst>
      <p:ext uri="{BB962C8B-B14F-4D97-AF65-F5344CB8AC3E}">
        <p14:creationId xmlns:p14="http://schemas.microsoft.com/office/powerpoint/2010/main" val="3817189792"/>
      </p:ext>
    </p:extLst>
  </p:cSld>
  <p:clrMap bg1="lt1" tx1="dk1" bg2="lt2" tx2="dk2" accent1="accent1" accent2="accent2" accent3="accent3" accent4="accent4" accent5="accent5" accent6="accent6" hlink="hlink" folHlink="folHlink"/>
  <p:sldLayoutIdLst>
    <p:sldLayoutId id="2147483720" r:id="rId1"/>
    <p:sldLayoutId id="2147483719" r:id="rId2"/>
    <p:sldLayoutId id="2147483732" r:id="rId3"/>
    <p:sldLayoutId id="2147483712" r:id="rId4"/>
    <p:sldLayoutId id="2147483714" r:id="rId5"/>
    <p:sldLayoutId id="2147483713" r:id="rId6"/>
    <p:sldLayoutId id="2147483715" r:id="rId7"/>
    <p:sldLayoutId id="2147483716" r:id="rId8"/>
    <p:sldLayoutId id="2147483717" r:id="rId9"/>
    <p:sldLayoutId id="2147483718" r:id="rId10"/>
    <p:sldLayoutId id="2147483721" r:id="rId11"/>
    <p:sldLayoutId id="2147483722" r:id="rId12"/>
    <p:sldLayoutId id="2147483731" r:id="rId13"/>
    <p:sldLayoutId id="2147483800" r:id="rId14"/>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0" indent="0" algn="l" defTabSz="864017" rtl="0" eaLnBrk="1" latinLnBrk="0" hangingPunct="1">
        <a:lnSpc>
          <a:spcPct val="90000"/>
        </a:lnSpc>
        <a:spcBef>
          <a:spcPts val="945"/>
        </a:spcBef>
        <a:buFont typeface="Arial" panose="020B0604020202020204" pitchFamily="34" charset="0"/>
        <a:buNone/>
        <a:defRPr sz="2000"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0" indent="-216004" algn="l" defTabSz="864017" rtl="0" eaLnBrk="1" latinLnBrk="0" hangingPunct="1">
        <a:lnSpc>
          <a:spcPct val="90000"/>
        </a:lnSpc>
        <a:spcBef>
          <a:spcPts val="472"/>
        </a:spcBef>
        <a:buFont typeface="Arial" panose="020B0604020202020204" pitchFamily="34" charset="0"/>
        <a:buChar char="•"/>
        <a:defRPr sz="2000" kern="1200">
          <a:solidFill>
            <a:schemeClr val="tx1"/>
          </a:solidFill>
          <a:latin typeface="Olympic Sans" panose="020B0504040202060203" pitchFamily="34" charset="77"/>
          <a:ea typeface="+mn-ea"/>
          <a:cs typeface="+mn-cs"/>
        </a:defRPr>
      </a:lvl3pPr>
      <a:lvl4pPr marL="630000" indent="-216004" algn="l" defTabSz="864017" rtl="0" eaLnBrk="1" latinLnBrk="0" hangingPunct="1">
        <a:lnSpc>
          <a:spcPct val="90000"/>
        </a:lnSpc>
        <a:spcBef>
          <a:spcPts val="472"/>
        </a:spcBef>
        <a:buFont typeface="Arial" panose="020B0604020202020204" pitchFamily="34" charset="0"/>
        <a:buChar char="•"/>
        <a:defRPr sz="2000" kern="1200">
          <a:solidFill>
            <a:schemeClr val="tx1"/>
          </a:solidFill>
          <a:latin typeface="Olympic Sans" panose="020B0504040202060203" pitchFamily="34" charset="77"/>
          <a:ea typeface="+mn-ea"/>
          <a:cs typeface="+mn-cs"/>
        </a:defRPr>
      </a:lvl4pPr>
      <a:lvl5pPr marL="1080000" indent="-216004" algn="l" defTabSz="864017" rtl="0" eaLnBrk="1" latinLnBrk="0" hangingPunct="1">
        <a:lnSpc>
          <a:spcPct val="90000"/>
        </a:lnSpc>
        <a:spcBef>
          <a:spcPts val="472"/>
        </a:spcBef>
        <a:buFont typeface="Arial" panose="020B0604020202020204" pitchFamily="34" charset="0"/>
        <a:buChar char="•"/>
        <a:defRPr sz="2000"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59FC295-5C9C-B14E-B0C1-40A18D8F343C}"/>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A461C0D2-0BCD-5E4F-BB8C-ACBD9E465E9D}" type="datetime3">
              <a:rPr lang="en-GB" noProof="0" smtClean="0"/>
              <a:t>7 December, 2025</a:t>
            </a:fld>
            <a:endParaRPr lang="en-GB" noProof="0"/>
          </a:p>
        </p:txBody>
      </p:sp>
      <p:sp>
        <p:nvSpPr>
          <p:cNvPr id="5" name="Footer Placeholder 4">
            <a:extLst>
              <a:ext uri="{FF2B5EF4-FFF2-40B4-BE49-F238E27FC236}">
                <a16:creationId xmlns:a16="http://schemas.microsoft.com/office/drawing/2014/main" id="{761EF642-B576-D44D-A8B0-FBA8CC8D303A}"/>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r>
              <a:rPr lang="en-GB" noProof="0"/>
              <a:t>Insert &gt; Header &amp; Footer</a:t>
            </a:r>
          </a:p>
        </p:txBody>
      </p:sp>
      <p:sp>
        <p:nvSpPr>
          <p:cNvPr id="6" name="Slide Number Placeholder 5">
            <a:extLst>
              <a:ext uri="{FF2B5EF4-FFF2-40B4-BE49-F238E27FC236}">
                <a16:creationId xmlns:a16="http://schemas.microsoft.com/office/drawing/2014/main" id="{CC3FF698-9CA1-EC40-AB4A-ED67E899CD2A}"/>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89524CBB-0F83-0D4E-885F-13C4CA5E0386}" type="slidenum">
              <a:rPr lang="en-GB" noProof="0" smtClean="0"/>
              <a:t>‹#›</a:t>
            </a:fld>
            <a:endParaRPr lang="en-GB" noProof="0"/>
          </a:p>
        </p:txBody>
      </p:sp>
      <p:sp>
        <p:nvSpPr>
          <p:cNvPr id="7" name="Title Placeholder 1">
            <a:extLst>
              <a:ext uri="{FF2B5EF4-FFF2-40B4-BE49-F238E27FC236}">
                <a16:creationId xmlns:a16="http://schemas.microsoft.com/office/drawing/2014/main" id="{4DDA2B50-CB51-DE48-AC6D-70AB13D6C5C4}"/>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8" name="Text Placeholder 2">
            <a:extLst>
              <a:ext uri="{FF2B5EF4-FFF2-40B4-BE49-F238E27FC236}">
                <a16:creationId xmlns:a16="http://schemas.microsoft.com/office/drawing/2014/main" id="{0A0F0134-0097-9D4B-9A32-D9EA9BB798E4}"/>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288008706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33" r:id="rId3"/>
    <p:sldLayoutId id="2147483705" r:id="rId4"/>
    <p:sldLayoutId id="2147483734" r:id="rId5"/>
    <p:sldLayoutId id="2147483704" r:id="rId6"/>
    <p:sldLayoutId id="2147483735" r:id="rId7"/>
    <p:sldLayoutId id="2147483708" r:id="rId8"/>
    <p:sldLayoutId id="2147483736" r:id="rId9"/>
    <p:sldLayoutId id="2147483709" r:id="rId10"/>
    <p:sldLayoutId id="2147483737" r:id="rId11"/>
    <p:sldLayoutId id="2147483807" r:id="rId12"/>
    <p:sldLayoutId id="2147483808" r:id="rId13"/>
    <p:sldLayoutId id="2147483809" r:id="rId14"/>
    <p:sldLayoutId id="2147483810" r:id="rId15"/>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75000"/>
                  </a:schemeClr>
                </a:solidFill>
              </a:defRPr>
            </a:lvl1pPr>
          </a:lstStyle>
          <a:p>
            <a:fld id="{DB71D306-6B34-034D-B11C-9CCBE9506D90}" type="datetime3">
              <a:rPr lang="en-GB" noProof="0" smtClean="0"/>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75000"/>
                  </a:schemeClr>
                </a:solidFill>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75000"/>
                  </a:schemeClr>
                </a:solidFill>
              </a:defRPr>
            </a:lvl1pPr>
          </a:lstStyle>
          <a:p>
            <a:fld id="{729D7921-44C1-E142-9DD0-902BFE12DFE6}" type="slidenum">
              <a:rPr lang="en-GB" noProof="0" smtClean="0"/>
              <a:t>‹#›</a:t>
            </a:fld>
            <a:endParaRPr lang="en-GB" noProof="0"/>
          </a:p>
        </p:txBody>
      </p:sp>
    </p:spTree>
    <p:extLst>
      <p:ext uri="{BB962C8B-B14F-4D97-AF65-F5344CB8AC3E}">
        <p14:creationId xmlns:p14="http://schemas.microsoft.com/office/powerpoint/2010/main" val="2077239904"/>
      </p:ext>
    </p:extLst>
  </p:cSld>
  <p:clrMap bg1="lt1" tx1="dk1" bg2="lt2" tx2="dk2" accent1="accent1" accent2="accent2" accent3="accent3" accent4="accent4" accent5="accent5" accent6="accent6" hlink="hlink" folHlink="folHlink"/>
  <p:sldLayoutIdLst>
    <p:sldLayoutId id="2147483726" r:id="rId1"/>
    <p:sldLayoutId id="2147483723" r:id="rId2"/>
    <p:sldLayoutId id="2147483804" r:id="rId3"/>
    <p:sldLayoutId id="2147483805" r:id="rId4"/>
    <p:sldLayoutId id="2147483806" r:id="rId5"/>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2"/>
                </a:solidFill>
                <a:latin typeface="Olympic Sans" panose="020B0504040202060203" pitchFamily="34" charset="77"/>
              </a:defRPr>
            </a:lvl1p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2"/>
                </a:solidFill>
                <a:latin typeface="Olympic Sans" panose="020B0504040202060203" pitchFamily="34" charset="77"/>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2"/>
                </a:solidFill>
                <a:latin typeface="Olympic Sans" panose="020B0504040202060203" pitchFamily="34" charset="77"/>
              </a:defRPr>
            </a:lvl1p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2995134115"/>
      </p:ext>
    </p:extLst>
  </p:cSld>
  <p:clrMap bg1="lt1" tx1="dk1" bg2="lt2" tx2="dk2" accent1="accent1" accent2="accent2" accent3="accent3" accent4="accent4" accent5="accent5" accent6="accent6" hlink="hlink" folHlink="folHlink"/>
  <p:sldLayoutIdLst>
    <p:sldLayoutId id="2147483774" r:id="rId1"/>
    <p:sldLayoutId id="2147483801" r:id="rId2"/>
    <p:sldLayoutId id="2147483802" r:id="rId3"/>
    <p:sldLayoutId id="2147483803" r:id="rId4"/>
    <p:sldLayoutId id="2147483811" r:id="rId5"/>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2"/>
                </a:solidFill>
                <a:latin typeface="Olympic Sans" panose="020B0504040202060203" pitchFamily="34" charset="77"/>
              </a:defRPr>
            </a:lvl1p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2"/>
                </a:solidFill>
                <a:latin typeface="Olympic Sans" panose="020B0504040202060203" pitchFamily="34" charset="77"/>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2"/>
                </a:solidFill>
                <a:latin typeface="Olympic Sans" panose="020B0504040202060203" pitchFamily="34" charset="77"/>
              </a:defRPr>
            </a:lvl1p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428376746"/>
      </p:ext>
    </p:extLst>
  </p:cSld>
  <p:clrMap bg1="lt1" tx1="dk1" bg2="lt2" tx2="dk2" accent1="accent1" accent2="accent2" accent3="accent3" accent4="accent4" accent5="accent5" accent6="accent6" hlink="hlink" folHlink="folHlink"/>
  <p:sldLayoutIdLst>
    <p:sldLayoutId id="2147483789" r:id="rId1"/>
    <p:sldLayoutId id="2147483816" r:id="rId2"/>
    <p:sldLayoutId id="2147483817" r:id="rId3"/>
    <p:sldLayoutId id="2147483818" r:id="rId4"/>
    <p:sldLayoutId id="2147483819" r:id="rId5"/>
    <p:sldLayoutId id="2147483820" r:id="rId6"/>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2"/>
                </a:solidFill>
                <a:latin typeface="Olympic Sans" panose="020B0504040202060203" pitchFamily="34" charset="77"/>
              </a:defRPr>
            </a:lvl1p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2"/>
                </a:solidFill>
                <a:latin typeface="Olympic Sans" panose="020B0504040202060203" pitchFamily="34" charset="77"/>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2"/>
                </a:solidFill>
                <a:latin typeface="Olympic Sans" panose="020B0504040202060203" pitchFamily="34" charset="77"/>
              </a:defRPr>
            </a:lvl1p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3382342243"/>
      </p:ext>
    </p:extLst>
  </p:cSld>
  <p:clrMap bg1="lt1" tx1="dk1" bg2="lt2" tx2="dk2" accent1="accent1" accent2="accent2" accent3="accent3" accent4="accent4" accent5="accent5" accent6="accent6" hlink="hlink" folHlink="folHlink"/>
  <p:sldLayoutIdLst>
    <p:sldLayoutId id="2147483786" r:id="rId1"/>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2"/>
                </a:solidFill>
                <a:latin typeface="Olympic Sans" panose="020B0504040202060203" pitchFamily="34" charset="77"/>
              </a:defRPr>
            </a:lvl1p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2"/>
                </a:solidFill>
                <a:latin typeface="Olympic Sans" panose="020B0504040202060203" pitchFamily="34" charset="77"/>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2"/>
                </a:solidFill>
                <a:latin typeface="Olympic Sans" panose="020B0504040202060203" pitchFamily="34" charset="77"/>
              </a:defRPr>
            </a:lvl1p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1850867972"/>
      </p:ext>
    </p:extLst>
  </p:cSld>
  <p:clrMap bg1="lt1" tx1="dk1" bg2="lt2" tx2="dk2" accent1="accent1" accent2="accent2" accent3="accent3" accent4="accent4" accent5="accent5" accent6="accent6" hlink="hlink" folHlink="folHlink"/>
  <p:sldLayoutIdLst>
    <p:sldLayoutId id="2147483793" r:id="rId1"/>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65AB0-F7B2-4748-9CF1-349F82AB5C4A}"/>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GB" noProof="0"/>
              <a:t>Click to edit Master title style</a:t>
            </a:r>
          </a:p>
        </p:txBody>
      </p:sp>
      <p:sp>
        <p:nvSpPr>
          <p:cNvPr id="3" name="Text Placeholder 2">
            <a:extLst>
              <a:ext uri="{FF2B5EF4-FFF2-40B4-BE49-F238E27FC236}">
                <a16:creationId xmlns:a16="http://schemas.microsoft.com/office/drawing/2014/main" id="{E9566679-2B99-9743-B01E-FE1E7B02A06B}"/>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Date Placeholder 3">
            <a:extLst>
              <a:ext uri="{FF2B5EF4-FFF2-40B4-BE49-F238E27FC236}">
                <a16:creationId xmlns:a16="http://schemas.microsoft.com/office/drawing/2014/main" id="{C80AFC87-9448-4C45-B6DF-9ABD3CFA050F}"/>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2"/>
                </a:solidFill>
                <a:latin typeface="Olympic Sans" panose="020B0504040202060203" pitchFamily="34" charset="77"/>
              </a:defRPr>
            </a:lvl1pPr>
          </a:lstStyle>
          <a:p>
            <a:fld id="{DB71D306-6B34-034D-B11C-9CCBE9506D90}" type="datetime3">
              <a:rPr lang="en-GB" noProof="0" smtClean="0"/>
              <a:pPr/>
              <a:t>7 December, 2025</a:t>
            </a:fld>
            <a:endParaRPr lang="en-GB" noProof="0"/>
          </a:p>
        </p:txBody>
      </p:sp>
      <p:sp>
        <p:nvSpPr>
          <p:cNvPr id="5" name="Footer Placeholder 4">
            <a:extLst>
              <a:ext uri="{FF2B5EF4-FFF2-40B4-BE49-F238E27FC236}">
                <a16:creationId xmlns:a16="http://schemas.microsoft.com/office/drawing/2014/main" id="{F3837B37-29E0-5246-B8D4-9900F318EB5B}"/>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2"/>
                </a:solidFill>
                <a:latin typeface="Olympic Sans" panose="020B0504040202060203" pitchFamily="34" charset="77"/>
              </a:defRPr>
            </a:lvl1pPr>
          </a:lstStyle>
          <a:p>
            <a:r>
              <a:rPr lang="en-GB" noProof="0"/>
              <a:t>Insert &gt; Header &amp; Footer</a:t>
            </a:r>
          </a:p>
        </p:txBody>
      </p:sp>
      <p:sp>
        <p:nvSpPr>
          <p:cNvPr id="6" name="Slide Number Placeholder 5">
            <a:extLst>
              <a:ext uri="{FF2B5EF4-FFF2-40B4-BE49-F238E27FC236}">
                <a16:creationId xmlns:a16="http://schemas.microsoft.com/office/drawing/2014/main" id="{F4FBE0D9-FAA0-FB4F-9381-6099ED471813}"/>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2"/>
                </a:solidFill>
                <a:latin typeface="Olympic Sans" panose="020B0504040202060203" pitchFamily="34" charset="77"/>
              </a:defRPr>
            </a:lvl1pPr>
          </a:lstStyle>
          <a:p>
            <a:fld id="{729D7921-44C1-E142-9DD0-902BFE12DFE6}" type="slidenum">
              <a:rPr lang="en-GB" noProof="0" smtClean="0"/>
              <a:pPr/>
              <a:t>‹#›</a:t>
            </a:fld>
            <a:endParaRPr lang="en-GB" noProof="0"/>
          </a:p>
        </p:txBody>
      </p:sp>
    </p:spTree>
    <p:extLst>
      <p:ext uri="{BB962C8B-B14F-4D97-AF65-F5344CB8AC3E}">
        <p14:creationId xmlns:p14="http://schemas.microsoft.com/office/powerpoint/2010/main" val="3117849044"/>
      </p:ext>
    </p:extLst>
  </p:cSld>
  <p:clrMap bg1="lt1" tx1="dk1" bg2="lt2" tx2="dk2" accent1="accent1" accent2="accent2" accent3="accent3" accent4="accent4" accent5="accent5" accent6="accent6" hlink="hlink" folHlink="folHlink"/>
  <p:sldLayoutIdLst>
    <p:sldLayoutId id="2147483798" r:id="rId1"/>
  </p:sldLayoutIdLst>
  <p:hf hdr="0"/>
  <p:txStyles>
    <p:titleStyle>
      <a:lvl1pPr algn="l" defTabSz="864017" rtl="0" eaLnBrk="1" latinLnBrk="0" hangingPunct="1">
        <a:lnSpc>
          <a:spcPct val="90000"/>
        </a:lnSpc>
        <a:spcBef>
          <a:spcPct val="0"/>
        </a:spcBef>
        <a:buNone/>
        <a:defRPr sz="4158" kern="1200">
          <a:solidFill>
            <a:schemeClr val="tx1"/>
          </a:solidFill>
          <a:latin typeface="Olympic Sans" panose="020B0504040202060203" pitchFamily="34" charset="77"/>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Olympic Sans" panose="020B0504040202060203" pitchFamily="34" charset="77"/>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Olympic Sans" panose="020B0504040202060203" pitchFamily="34" charset="77"/>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Olympic Sans" panose="020B0504040202060203" pitchFamily="34" charset="77"/>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Olympic Sans" panose="020B0504040202060203" pitchFamily="34" charset="77"/>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US"/>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EA0462-6A7E-4C38-E60A-FFEC48308389}"/>
              </a:ext>
            </a:extLst>
          </p:cNvPr>
          <p:cNvSpPr>
            <a:spLocks noGrp="1"/>
          </p:cNvSpPr>
          <p:nvPr>
            <p:ph type="title"/>
          </p:nvPr>
        </p:nvSpPr>
        <p:spPr>
          <a:xfrm>
            <a:off x="792034" y="345010"/>
            <a:ext cx="9936421" cy="1252534"/>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7640E771-5935-EDF5-7504-4C0E06582A0E}"/>
              </a:ext>
            </a:extLst>
          </p:cNvPr>
          <p:cNvSpPr>
            <a:spLocks noGrp="1"/>
          </p:cNvSpPr>
          <p:nvPr>
            <p:ph type="body" idx="1"/>
          </p:nvPr>
        </p:nvSpPr>
        <p:spPr>
          <a:xfrm>
            <a:off x="792034" y="1725046"/>
            <a:ext cx="9936421" cy="41116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3C22A19D-8D95-4D73-8E86-55E9943BD706}"/>
              </a:ext>
            </a:extLst>
          </p:cNvPr>
          <p:cNvSpPr>
            <a:spLocks noGrp="1"/>
          </p:cNvSpPr>
          <p:nvPr>
            <p:ph type="dt" sz="half" idx="2"/>
          </p:nvPr>
        </p:nvSpPr>
        <p:spPr>
          <a:xfrm>
            <a:off x="792033" y="6006163"/>
            <a:ext cx="2592110" cy="345009"/>
          </a:xfrm>
          <a:prstGeom prst="rect">
            <a:avLst/>
          </a:prstGeom>
        </p:spPr>
        <p:txBody>
          <a:bodyPr vert="horz" lIns="91440" tIns="45720" rIns="91440" bIns="45720" rtlCol="0" anchor="ctr"/>
          <a:lstStyle>
            <a:lvl1pPr algn="l">
              <a:defRPr sz="1134">
                <a:solidFill>
                  <a:schemeClr val="tx1">
                    <a:tint val="82000"/>
                  </a:schemeClr>
                </a:solidFill>
              </a:defRPr>
            </a:lvl1pPr>
          </a:lstStyle>
          <a:p>
            <a:fld id="{D42CC914-ADAB-5749-9BB6-A0E474EF69F0}" type="datetime3">
              <a:rPr lang="en-GB" noProof="0" smtClean="0"/>
              <a:t>7 December, 2025</a:t>
            </a:fld>
            <a:endParaRPr lang="en-GB" noProof="0"/>
          </a:p>
        </p:txBody>
      </p:sp>
      <p:sp>
        <p:nvSpPr>
          <p:cNvPr id="5" name="Footer Placeholder 4">
            <a:extLst>
              <a:ext uri="{FF2B5EF4-FFF2-40B4-BE49-F238E27FC236}">
                <a16:creationId xmlns:a16="http://schemas.microsoft.com/office/drawing/2014/main" id="{170A0DA3-4591-D2F1-5343-01AE6188E4C9}"/>
              </a:ext>
            </a:extLst>
          </p:cNvPr>
          <p:cNvSpPr>
            <a:spLocks noGrp="1"/>
          </p:cNvSpPr>
          <p:nvPr>
            <p:ph type="ftr" sz="quarter" idx="3"/>
          </p:nvPr>
        </p:nvSpPr>
        <p:spPr>
          <a:xfrm>
            <a:off x="3816162" y="6006163"/>
            <a:ext cx="3888165" cy="345009"/>
          </a:xfrm>
          <a:prstGeom prst="rect">
            <a:avLst/>
          </a:prstGeom>
        </p:spPr>
        <p:txBody>
          <a:bodyPr vert="horz" lIns="91440" tIns="45720" rIns="91440" bIns="45720" rtlCol="0" anchor="ctr"/>
          <a:lstStyle>
            <a:lvl1pPr algn="ctr">
              <a:defRPr sz="1134">
                <a:solidFill>
                  <a:schemeClr val="tx1">
                    <a:tint val="82000"/>
                  </a:schemeClr>
                </a:solidFill>
              </a:defRPr>
            </a:lvl1pPr>
          </a:lstStyle>
          <a:p>
            <a:r>
              <a:rPr lang="en-GB" noProof="0"/>
              <a:t>Insert &gt; Header &amp; Footer</a:t>
            </a:r>
          </a:p>
        </p:txBody>
      </p:sp>
      <p:sp>
        <p:nvSpPr>
          <p:cNvPr id="6" name="Slide Number Placeholder 5">
            <a:extLst>
              <a:ext uri="{FF2B5EF4-FFF2-40B4-BE49-F238E27FC236}">
                <a16:creationId xmlns:a16="http://schemas.microsoft.com/office/drawing/2014/main" id="{296455DE-5A33-518F-5CAB-2F0E809B3688}"/>
              </a:ext>
            </a:extLst>
          </p:cNvPr>
          <p:cNvSpPr>
            <a:spLocks noGrp="1"/>
          </p:cNvSpPr>
          <p:nvPr>
            <p:ph type="sldNum" sz="quarter" idx="4"/>
          </p:nvPr>
        </p:nvSpPr>
        <p:spPr>
          <a:xfrm>
            <a:off x="8136345" y="6006163"/>
            <a:ext cx="2592110" cy="345009"/>
          </a:xfrm>
          <a:prstGeom prst="rect">
            <a:avLst/>
          </a:prstGeom>
        </p:spPr>
        <p:txBody>
          <a:bodyPr vert="horz" lIns="91440" tIns="45720" rIns="91440" bIns="45720" rtlCol="0" anchor="ctr"/>
          <a:lstStyle>
            <a:lvl1pPr algn="r">
              <a:defRPr sz="1134">
                <a:solidFill>
                  <a:schemeClr val="tx1">
                    <a:tint val="82000"/>
                  </a:schemeClr>
                </a:solidFill>
              </a:defRPr>
            </a:lvl1pPr>
          </a:lstStyle>
          <a:p>
            <a:fld id="{2422E228-2191-B049-8B79-85DBA96A00FA}" type="slidenum">
              <a:rPr lang="en-GB" noProof="0" smtClean="0"/>
              <a:t>‹#›</a:t>
            </a:fld>
            <a:endParaRPr lang="en-GB" noProof="0"/>
          </a:p>
        </p:txBody>
      </p:sp>
    </p:spTree>
    <p:extLst>
      <p:ext uri="{BB962C8B-B14F-4D97-AF65-F5344CB8AC3E}">
        <p14:creationId xmlns:p14="http://schemas.microsoft.com/office/powerpoint/2010/main" val="2425449208"/>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7" r:id="rId15"/>
  </p:sldLayoutIdLst>
  <p:hf hdr="0"/>
  <p:txStyles>
    <p:titleStyle>
      <a:lvl1pPr algn="l" defTabSz="864017" rtl="0" eaLnBrk="1" latinLnBrk="0" hangingPunct="1">
        <a:lnSpc>
          <a:spcPct val="90000"/>
        </a:lnSpc>
        <a:spcBef>
          <a:spcPct val="0"/>
        </a:spcBef>
        <a:buNone/>
        <a:defRPr sz="4158" kern="1200">
          <a:solidFill>
            <a:schemeClr val="tx1"/>
          </a:solidFill>
          <a:latin typeface="+mj-lt"/>
          <a:ea typeface="+mj-ea"/>
          <a:cs typeface="+mj-cs"/>
        </a:defRPr>
      </a:lvl1pPr>
    </p:titleStyle>
    <p:bodyStyle>
      <a:lvl1pPr marL="216004" indent="-216004" algn="l" defTabSz="864017" rtl="0" eaLnBrk="1" latinLnBrk="0" hangingPunct="1">
        <a:lnSpc>
          <a:spcPct val="90000"/>
        </a:lnSpc>
        <a:spcBef>
          <a:spcPts val="945"/>
        </a:spcBef>
        <a:buFont typeface="Arial" panose="020B0604020202020204" pitchFamily="34" charset="0"/>
        <a:buChar char="•"/>
        <a:defRPr sz="2646" kern="1200">
          <a:solidFill>
            <a:schemeClr val="tx1"/>
          </a:solidFill>
          <a:latin typeface="+mn-lt"/>
          <a:ea typeface="+mn-ea"/>
          <a:cs typeface="+mn-cs"/>
        </a:defRPr>
      </a:lvl1pPr>
      <a:lvl2pPr marL="648012" indent="-216004" algn="l" defTabSz="864017" rtl="0" eaLnBrk="1" latinLnBrk="0" hangingPunct="1">
        <a:lnSpc>
          <a:spcPct val="90000"/>
        </a:lnSpc>
        <a:spcBef>
          <a:spcPts val="472"/>
        </a:spcBef>
        <a:buFont typeface="Arial" panose="020B0604020202020204" pitchFamily="34" charset="0"/>
        <a:buChar char="•"/>
        <a:defRPr sz="2268" kern="1200">
          <a:solidFill>
            <a:schemeClr val="tx1"/>
          </a:solidFill>
          <a:latin typeface="+mn-lt"/>
          <a:ea typeface="+mn-ea"/>
          <a:cs typeface="+mn-cs"/>
        </a:defRPr>
      </a:lvl2pPr>
      <a:lvl3pPr marL="1080021" indent="-216004" algn="l" defTabSz="864017" rtl="0" eaLnBrk="1" latinLnBrk="0" hangingPunct="1">
        <a:lnSpc>
          <a:spcPct val="90000"/>
        </a:lnSpc>
        <a:spcBef>
          <a:spcPts val="472"/>
        </a:spcBef>
        <a:buFont typeface="Arial" panose="020B0604020202020204" pitchFamily="34" charset="0"/>
        <a:buChar char="•"/>
        <a:defRPr sz="1890" kern="1200">
          <a:solidFill>
            <a:schemeClr val="tx1"/>
          </a:solidFill>
          <a:latin typeface="+mn-lt"/>
          <a:ea typeface="+mn-ea"/>
          <a:cs typeface="+mn-cs"/>
        </a:defRPr>
      </a:lvl3pPr>
      <a:lvl4pPr marL="1512029"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4pPr>
      <a:lvl5pPr marL="1944037"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5pPr>
      <a:lvl6pPr marL="2376046"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6pPr>
      <a:lvl7pPr marL="2808054"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7pPr>
      <a:lvl8pPr marL="3240062"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8pPr>
      <a:lvl9pPr marL="3672070" indent="-216004" algn="l" defTabSz="864017" rtl="0" eaLnBrk="1" latinLnBrk="0" hangingPunct="1">
        <a:lnSpc>
          <a:spcPct val="90000"/>
        </a:lnSpc>
        <a:spcBef>
          <a:spcPts val="472"/>
        </a:spcBef>
        <a:buFont typeface="Arial" panose="020B0604020202020204" pitchFamily="34" charset="0"/>
        <a:buChar char="•"/>
        <a:defRPr sz="1701" kern="1200">
          <a:solidFill>
            <a:schemeClr val="tx1"/>
          </a:solidFill>
          <a:latin typeface="+mn-lt"/>
          <a:ea typeface="+mn-ea"/>
          <a:cs typeface="+mn-cs"/>
        </a:defRPr>
      </a:lvl9pPr>
    </p:bodyStyle>
    <p:otherStyle>
      <a:defPPr>
        <a:defRPr lang="en-CH"/>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2" Type="http://schemas.openxmlformats.org/officeDocument/2006/relationships/hyperlink" Target="http://www.olympics.com" TargetMode="External"/><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9F26-8F64-5540-B82F-A68572089F00}"/>
              </a:ext>
            </a:extLst>
          </p:cNvPr>
          <p:cNvSpPr>
            <a:spLocks noGrp="1"/>
          </p:cNvSpPr>
          <p:nvPr>
            <p:ph type="title"/>
          </p:nvPr>
        </p:nvSpPr>
        <p:spPr>
          <a:xfrm>
            <a:off x="3982704" y="218633"/>
            <a:ext cx="6928312" cy="4625322"/>
          </a:xfrm>
        </p:spPr>
        <p:txBody>
          <a:bodyPr/>
          <a:lstStyle/>
          <a:p>
            <a:r>
              <a:rPr lang="en-GB">
                <a:latin typeface="Olympic Headline"/>
              </a:rPr>
              <a:t>PRESS ACCREDITATION LA2028</a:t>
            </a:r>
          </a:p>
        </p:txBody>
      </p:sp>
      <p:sp>
        <p:nvSpPr>
          <p:cNvPr id="4" name="Text Placeholder 3">
            <a:extLst>
              <a:ext uri="{FF2B5EF4-FFF2-40B4-BE49-F238E27FC236}">
                <a16:creationId xmlns:a16="http://schemas.microsoft.com/office/drawing/2014/main" id="{03DF7F86-A97B-B446-B35C-B146D62424B5}"/>
              </a:ext>
            </a:extLst>
          </p:cNvPr>
          <p:cNvSpPr>
            <a:spLocks noGrp="1"/>
          </p:cNvSpPr>
          <p:nvPr>
            <p:ph type="body" sz="half" idx="11"/>
          </p:nvPr>
        </p:nvSpPr>
        <p:spPr/>
        <p:txBody>
          <a:bodyPr/>
          <a:lstStyle/>
          <a:p>
            <a:endParaRPr lang="en-GB">
              <a:latin typeface="Olympic Sans"/>
            </a:endParaRPr>
          </a:p>
          <a:p>
            <a:endParaRPr lang="en-GB">
              <a:latin typeface="Olympic Sans"/>
            </a:endParaRPr>
          </a:p>
          <a:p>
            <a:r>
              <a:rPr lang="en-GB">
                <a:latin typeface="Olympic Sans"/>
              </a:rPr>
              <a:t>Lausanne, 4 December 2025</a:t>
            </a:r>
            <a:endParaRPr lang="en-GB"/>
          </a:p>
        </p:txBody>
      </p:sp>
    </p:spTree>
    <p:extLst>
      <p:ext uri="{BB962C8B-B14F-4D97-AF65-F5344CB8AC3E}">
        <p14:creationId xmlns:p14="http://schemas.microsoft.com/office/powerpoint/2010/main" val="83492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EAC6-0073-E26B-69F1-444E6866E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63C09-2703-D079-7287-03FF87FE8578}"/>
              </a:ext>
            </a:extLst>
          </p:cNvPr>
          <p:cNvSpPr>
            <a:spLocks noGrp="1"/>
          </p:cNvSpPr>
          <p:nvPr>
            <p:ph type="title"/>
          </p:nvPr>
        </p:nvSpPr>
        <p:spPr>
          <a:xfrm>
            <a:off x="197427" y="236399"/>
            <a:ext cx="7943852" cy="757376"/>
          </a:xfrm>
        </p:spPr>
        <p:txBody>
          <a:bodyPr/>
          <a:lstStyle/>
          <a:p>
            <a:r>
              <a:rPr lang="en-GB">
                <a:latin typeface="Olympic Headline"/>
              </a:rPr>
              <a:t>General overview of press accreditation</a:t>
            </a:r>
            <a:endParaRPr lang="en-US" err="1"/>
          </a:p>
        </p:txBody>
      </p:sp>
      <p:sp>
        <p:nvSpPr>
          <p:cNvPr id="5" name="Content Placeholder 4">
            <a:extLst>
              <a:ext uri="{FF2B5EF4-FFF2-40B4-BE49-F238E27FC236}">
                <a16:creationId xmlns:a16="http://schemas.microsoft.com/office/drawing/2014/main" id="{9CBBBF0E-158C-C89B-4E7F-A916E1F298CE}"/>
              </a:ext>
            </a:extLst>
          </p:cNvPr>
          <p:cNvSpPr>
            <a:spLocks noGrp="1"/>
          </p:cNvSpPr>
          <p:nvPr>
            <p:ph sz="quarter" idx="10"/>
          </p:nvPr>
        </p:nvSpPr>
        <p:spPr>
          <a:xfrm>
            <a:off x="197427" y="1301518"/>
            <a:ext cx="10773470" cy="4423766"/>
          </a:xfrm>
        </p:spPr>
        <p:txBody>
          <a:bodyPr vert="horz" wrap="square" lIns="0" tIns="0" rIns="0" bIns="0" rtlCol="0" anchor="t">
            <a:noAutofit/>
          </a:bodyPr>
          <a:lstStyle/>
          <a:p>
            <a:pPr marL="342900" indent="-342900">
              <a:buFont typeface="Arial" panose="020B0604020202020204" pitchFamily="34" charset="0"/>
              <a:buChar char="•"/>
            </a:pPr>
            <a:r>
              <a:rPr lang="en-GB" b="1">
                <a:latin typeface="Olympic Sans"/>
              </a:rPr>
              <a:t>IOC Media Operations </a:t>
            </a:r>
            <a:r>
              <a:rPr lang="en-GB">
                <a:latin typeface="Olympic Sans"/>
              </a:rPr>
              <a:t>manages the press accreditation process</a:t>
            </a:r>
            <a:endParaRPr lang="en-GB"/>
          </a:p>
          <a:p>
            <a:pPr marL="342900" indent="-342900">
              <a:spcBef>
                <a:spcPts val="944"/>
              </a:spcBef>
              <a:buFont typeface="Arial" panose="020B0604020202020204" pitchFamily="34" charset="0"/>
              <a:buChar char="•"/>
            </a:pPr>
            <a:r>
              <a:rPr lang="en-GB">
                <a:latin typeface="Olympic Sans"/>
                <a:ea typeface="Calibri"/>
                <a:cs typeface="Calibri"/>
              </a:rPr>
              <a:t>The allocation and distribution of press accreditations within each country are managed by the respective </a:t>
            </a:r>
            <a:r>
              <a:rPr lang="en-GB" b="1">
                <a:latin typeface="Olympic Sans"/>
                <a:ea typeface="Calibri"/>
                <a:cs typeface="Calibri"/>
              </a:rPr>
              <a:t>National Olympic Committees</a:t>
            </a:r>
            <a:r>
              <a:rPr lang="en-GB">
                <a:latin typeface="Olympic Sans"/>
                <a:ea typeface="Calibri"/>
                <a:cs typeface="Calibri"/>
              </a:rPr>
              <a:t>.  </a:t>
            </a:r>
          </a:p>
          <a:p>
            <a:pPr marL="342900" indent="-342900">
              <a:spcBef>
                <a:spcPts val="944"/>
              </a:spcBef>
              <a:buFont typeface="Arial" panose="020B0604020202020204" pitchFamily="34" charset="0"/>
              <a:buChar char="•"/>
            </a:pPr>
            <a:r>
              <a:rPr lang="en-GB">
                <a:latin typeface="Olympic Sans"/>
                <a:ea typeface="Calibri"/>
                <a:cs typeface="Calibri"/>
              </a:rPr>
              <a:t>Every two years before the Games each NOC receives a </a:t>
            </a:r>
            <a:r>
              <a:rPr lang="en-GB" b="1">
                <a:latin typeface="Olympic Sans"/>
                <a:ea typeface="Calibri"/>
                <a:cs typeface="Calibri"/>
              </a:rPr>
              <a:t>press accreditation quota </a:t>
            </a:r>
            <a:r>
              <a:rPr lang="en-GB">
                <a:latin typeface="Olympic Sans"/>
                <a:ea typeface="Calibri"/>
                <a:cs typeface="Calibri"/>
              </a:rPr>
              <a:t>allocated by IOC Media Operations</a:t>
            </a:r>
          </a:p>
          <a:p>
            <a:pPr marL="342900" indent="-342900">
              <a:spcBef>
                <a:spcPts val="944"/>
              </a:spcBef>
              <a:buFont typeface="Arial" panose="020B0604020202020204" pitchFamily="34" charset="0"/>
              <a:buChar char="•"/>
            </a:pPr>
            <a:r>
              <a:rPr lang="en-GB">
                <a:latin typeface="Olympic Sans"/>
                <a:ea typeface="Calibri"/>
                <a:cs typeface="Calibri"/>
              </a:rPr>
              <a:t>This allocation should be redistributed to the </a:t>
            </a:r>
            <a:r>
              <a:rPr lang="en-GB" b="1">
                <a:latin typeface="Olympic Sans"/>
                <a:ea typeface="Calibri"/>
                <a:cs typeface="Calibri"/>
              </a:rPr>
              <a:t>written press and photographers </a:t>
            </a:r>
            <a:r>
              <a:rPr lang="en-GB">
                <a:latin typeface="Olympic Sans"/>
                <a:ea typeface="Calibri"/>
                <a:cs typeface="Calibri"/>
              </a:rPr>
              <a:t>in the NOC's territory.</a:t>
            </a:r>
          </a:p>
          <a:p>
            <a:pPr marL="342900" indent="-342900">
              <a:spcBef>
                <a:spcPts val="944"/>
              </a:spcBef>
              <a:buFont typeface="Arial" panose="020B0604020202020204" pitchFamily="34" charset="0"/>
              <a:buChar char="•"/>
            </a:pPr>
            <a:r>
              <a:rPr lang="en-GB">
                <a:latin typeface="Olympic Sans"/>
                <a:ea typeface="Calibri"/>
                <a:cs typeface="Calibri"/>
              </a:rPr>
              <a:t>A limited number of </a:t>
            </a:r>
            <a:r>
              <a:rPr lang="en-GB" b="1">
                <a:latin typeface="Olympic Sans"/>
                <a:ea typeface="Calibri"/>
                <a:cs typeface="Calibri"/>
              </a:rPr>
              <a:t>non-media rights holding </a:t>
            </a:r>
            <a:r>
              <a:rPr lang="en-GB">
                <a:latin typeface="Olympic Sans"/>
                <a:ea typeface="Calibri"/>
                <a:cs typeface="Calibri"/>
              </a:rPr>
              <a:t>television and radio accreditations are also available.</a:t>
            </a:r>
          </a:p>
          <a:p>
            <a:pPr marL="342900" indent="-342900">
              <a:spcBef>
                <a:spcPts val="944"/>
              </a:spcBef>
              <a:buFont typeface="Arial" panose="020B0604020202020204" pitchFamily="34" charset="0"/>
              <a:buChar char="•"/>
            </a:pPr>
            <a:r>
              <a:rPr lang="en-GB">
                <a:latin typeface="Olympic Sans"/>
                <a:ea typeface="Calibri"/>
                <a:cs typeface="Calibri"/>
              </a:rPr>
              <a:t>NOCs may also be allocated a certain number of </a:t>
            </a:r>
            <a:r>
              <a:rPr lang="en-GB" b="1">
                <a:latin typeface="Olympic Sans"/>
                <a:ea typeface="Calibri"/>
                <a:cs typeface="Calibri"/>
              </a:rPr>
              <a:t>NOC E press attaches</a:t>
            </a:r>
            <a:r>
              <a:rPr lang="en-GB">
                <a:latin typeface="Olympic Sans"/>
                <a:ea typeface="Calibri"/>
                <a:cs typeface="Calibri"/>
              </a:rPr>
              <a:t>.</a:t>
            </a:r>
          </a:p>
          <a:p>
            <a:pPr marL="342900" indent="-342900">
              <a:spcBef>
                <a:spcPts val="944"/>
              </a:spcBef>
              <a:buFont typeface="Arial" panose="020B0604020202020204" pitchFamily="34" charset="0"/>
              <a:buChar char="•"/>
            </a:pPr>
            <a:r>
              <a:rPr lang="en-GB">
                <a:latin typeface="Olympic Sans"/>
                <a:ea typeface="Calibri"/>
                <a:cs typeface="Calibri"/>
              </a:rPr>
              <a:t>The press accreditation quota allocated to each NOC </a:t>
            </a:r>
            <a:r>
              <a:rPr lang="en-US">
                <a:latin typeface="Olympic Sans"/>
                <a:ea typeface="Calibri"/>
                <a:cs typeface="Calibri"/>
              </a:rPr>
              <a:t>is</a:t>
            </a:r>
            <a:r>
              <a:rPr lang="en-GB">
                <a:latin typeface="Olympic Sans"/>
                <a:ea typeface="Calibri"/>
                <a:cs typeface="Calibri"/>
              </a:rPr>
              <a:t> determined by the </a:t>
            </a:r>
            <a:r>
              <a:rPr lang="en-GB" b="1">
                <a:latin typeface="Olympic Sans"/>
                <a:ea typeface="Calibri"/>
                <a:cs typeface="Calibri"/>
              </a:rPr>
              <a:t>IOC Press Allocation Working Group </a:t>
            </a:r>
            <a:r>
              <a:rPr lang="en-GB">
                <a:latin typeface="Olympic Sans"/>
                <a:ea typeface="Calibri"/>
                <a:cs typeface="Calibri"/>
              </a:rPr>
              <a:t>taking into accounts various parameters.</a:t>
            </a:r>
          </a:p>
        </p:txBody>
      </p:sp>
    </p:spTree>
    <p:extLst>
      <p:ext uri="{BB962C8B-B14F-4D97-AF65-F5344CB8AC3E}">
        <p14:creationId xmlns:p14="http://schemas.microsoft.com/office/powerpoint/2010/main" val="913941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0AE7C-BE79-4A83-8225-DDEB65E6AEEA}"/>
              </a:ext>
            </a:extLst>
          </p:cNvPr>
          <p:cNvSpPr>
            <a:spLocks noGrp="1"/>
          </p:cNvSpPr>
          <p:nvPr>
            <p:ph type="title"/>
          </p:nvPr>
        </p:nvSpPr>
        <p:spPr/>
        <p:txBody>
          <a:bodyPr/>
          <a:lstStyle/>
          <a:p>
            <a:r>
              <a:rPr lang="en-GB">
                <a:latin typeface="Olympic Headline"/>
              </a:rPr>
              <a:t>NOC Quota Distribution</a:t>
            </a:r>
            <a:endParaRPr lang="en-GB"/>
          </a:p>
        </p:txBody>
      </p:sp>
      <p:graphicFrame>
        <p:nvGraphicFramePr>
          <p:cNvPr id="5" name="Content Placeholder 4">
            <a:extLst>
              <a:ext uri="{FF2B5EF4-FFF2-40B4-BE49-F238E27FC236}">
                <a16:creationId xmlns:a16="http://schemas.microsoft.com/office/drawing/2014/main" id="{BEABF2D1-F40D-6059-D94E-1B604CE11124}"/>
              </a:ext>
            </a:extLst>
          </p:cNvPr>
          <p:cNvGraphicFramePr>
            <a:graphicFrameLocks noGrp="1"/>
          </p:cNvGraphicFramePr>
          <p:nvPr>
            <p:ph sz="quarter" idx="14"/>
            <p:extLst>
              <p:ext uri="{D42A27DB-BD31-4B8C-83A1-F6EECF244321}">
                <p14:modId xmlns:p14="http://schemas.microsoft.com/office/powerpoint/2010/main" val="4113128251"/>
              </p:ext>
            </p:extLst>
          </p:nvPr>
        </p:nvGraphicFramePr>
        <p:xfrm>
          <a:off x="145874" y="1619431"/>
          <a:ext cx="11222924" cy="4328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516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7943-CEAC-24DE-9A39-FB47C9701314}"/>
              </a:ext>
            </a:extLst>
          </p:cNvPr>
          <p:cNvSpPr>
            <a:spLocks noGrp="1"/>
          </p:cNvSpPr>
          <p:nvPr>
            <p:ph type="title"/>
          </p:nvPr>
        </p:nvSpPr>
        <p:spPr/>
        <p:txBody>
          <a:bodyPr/>
          <a:lstStyle/>
          <a:p>
            <a:r>
              <a:rPr lang="en-GB">
                <a:latin typeface="Olympic Headline"/>
              </a:rPr>
              <a:t>Press categories</a:t>
            </a:r>
            <a:endParaRPr lang="en-GB"/>
          </a:p>
        </p:txBody>
      </p:sp>
      <p:graphicFrame>
        <p:nvGraphicFramePr>
          <p:cNvPr id="5" name="Content Placeholder 4">
            <a:extLst>
              <a:ext uri="{FF2B5EF4-FFF2-40B4-BE49-F238E27FC236}">
                <a16:creationId xmlns:a16="http://schemas.microsoft.com/office/drawing/2014/main" id="{1E95E3DD-76E5-E40D-09A6-5E135903CFA7}"/>
              </a:ext>
            </a:extLst>
          </p:cNvPr>
          <p:cNvGraphicFramePr>
            <a:graphicFrameLocks noGrp="1"/>
          </p:cNvGraphicFramePr>
          <p:nvPr>
            <p:ph sz="quarter" idx="14"/>
            <p:extLst>
              <p:ext uri="{D42A27DB-BD31-4B8C-83A1-F6EECF244321}">
                <p14:modId xmlns:p14="http://schemas.microsoft.com/office/powerpoint/2010/main" val="378694550"/>
              </p:ext>
            </p:extLst>
          </p:nvPr>
        </p:nvGraphicFramePr>
        <p:xfrm>
          <a:off x="487279" y="1173079"/>
          <a:ext cx="10052382" cy="4600246"/>
        </p:xfrm>
        <a:graphic>
          <a:graphicData uri="http://schemas.openxmlformats.org/drawingml/2006/table">
            <a:tbl>
              <a:tblPr firstRow="1" bandRow="1">
                <a:tableStyleId>{00A15C55-8517-42AA-B614-E9B94910E393}</a:tableStyleId>
              </a:tblPr>
              <a:tblGrid>
                <a:gridCol w="1164440">
                  <a:extLst>
                    <a:ext uri="{9D8B030D-6E8A-4147-A177-3AD203B41FA5}">
                      <a16:colId xmlns:a16="http://schemas.microsoft.com/office/drawing/2014/main" val="2537623211"/>
                    </a:ext>
                  </a:extLst>
                </a:gridCol>
                <a:gridCol w="3690302">
                  <a:extLst>
                    <a:ext uri="{9D8B030D-6E8A-4147-A177-3AD203B41FA5}">
                      <a16:colId xmlns:a16="http://schemas.microsoft.com/office/drawing/2014/main" val="3068201363"/>
                    </a:ext>
                  </a:extLst>
                </a:gridCol>
                <a:gridCol w="2959830">
                  <a:extLst>
                    <a:ext uri="{9D8B030D-6E8A-4147-A177-3AD203B41FA5}">
                      <a16:colId xmlns:a16="http://schemas.microsoft.com/office/drawing/2014/main" val="893302386"/>
                    </a:ext>
                  </a:extLst>
                </a:gridCol>
                <a:gridCol w="2237810">
                  <a:extLst>
                    <a:ext uri="{9D8B030D-6E8A-4147-A177-3AD203B41FA5}">
                      <a16:colId xmlns:a16="http://schemas.microsoft.com/office/drawing/2014/main" val="1084265121"/>
                    </a:ext>
                  </a:extLst>
                </a:gridCol>
              </a:tblGrid>
              <a:tr h="559536">
                <a:tc>
                  <a:txBody>
                    <a:bodyPr/>
                    <a:lstStyle/>
                    <a:p>
                      <a:r>
                        <a:rPr lang="en-GB" sz="1800"/>
                        <a:t>Category</a:t>
                      </a:r>
                    </a:p>
                  </a:txBody>
                  <a:tcPr/>
                </a:tc>
                <a:tc>
                  <a:txBody>
                    <a:bodyPr/>
                    <a:lstStyle/>
                    <a:p>
                      <a:r>
                        <a:rPr lang="en-GB" sz="1800"/>
                        <a:t>Population</a:t>
                      </a:r>
                    </a:p>
                  </a:txBody>
                  <a:tcPr/>
                </a:tc>
                <a:tc>
                  <a:txBody>
                    <a:bodyPr/>
                    <a:lstStyle/>
                    <a:p>
                      <a:r>
                        <a:rPr lang="en-GB" sz="1800"/>
                        <a:t>Venue Access </a:t>
                      </a:r>
                    </a:p>
                  </a:txBody>
                  <a:tcPr/>
                </a:tc>
                <a:tc>
                  <a:txBody>
                    <a:bodyPr/>
                    <a:lstStyle/>
                    <a:p>
                      <a:r>
                        <a:rPr lang="en-GB" sz="1800"/>
                        <a:t>Zone Access</a:t>
                      </a:r>
                    </a:p>
                  </a:txBody>
                  <a:tcPr/>
                </a:tc>
                <a:extLst>
                  <a:ext uri="{0D108BD9-81ED-4DB2-BD59-A6C34878D82A}">
                    <a16:rowId xmlns:a16="http://schemas.microsoft.com/office/drawing/2014/main" val="1252756560"/>
                  </a:ext>
                </a:extLst>
              </a:tr>
              <a:tr h="355805">
                <a:tc>
                  <a:txBody>
                    <a:bodyPr/>
                    <a:lstStyle/>
                    <a:p>
                      <a:r>
                        <a:rPr lang="en-GB" sz="1800"/>
                        <a:t>E</a:t>
                      </a:r>
                    </a:p>
                  </a:txBody>
                  <a:tcPr/>
                </a:tc>
                <a:tc>
                  <a:txBody>
                    <a:bodyPr/>
                    <a:lstStyle/>
                    <a:p>
                      <a:r>
                        <a:rPr lang="en-GB" sz="1800"/>
                        <a:t>Journalist</a:t>
                      </a:r>
                    </a:p>
                  </a:txBody>
                  <a:tcPr/>
                </a:tc>
                <a:tc>
                  <a:txBody>
                    <a:bodyPr/>
                    <a:lstStyle/>
                    <a:p>
                      <a:r>
                        <a:rPr lang="en-GB" sz="1800"/>
                        <a:t>All Sport Venues, MPC</a:t>
                      </a:r>
                    </a:p>
                  </a:txBody>
                  <a:tcPr/>
                </a:tc>
                <a:tc>
                  <a:txBody>
                    <a:bodyPr/>
                    <a:lstStyle/>
                    <a:p>
                      <a:r>
                        <a:rPr lang="en-GB" sz="1800"/>
                        <a:t>4, White</a:t>
                      </a:r>
                    </a:p>
                  </a:txBody>
                  <a:tcPr/>
                </a:tc>
                <a:extLst>
                  <a:ext uri="{0D108BD9-81ED-4DB2-BD59-A6C34878D82A}">
                    <a16:rowId xmlns:a16="http://schemas.microsoft.com/office/drawing/2014/main" val="668641284"/>
                  </a:ext>
                </a:extLst>
              </a:tr>
              <a:tr h="355805">
                <a:tc>
                  <a:txBody>
                    <a:bodyPr/>
                    <a:lstStyle/>
                    <a:p>
                      <a:r>
                        <a:rPr lang="en-GB" sz="1800"/>
                        <a:t>Es</a:t>
                      </a:r>
                    </a:p>
                  </a:txBody>
                  <a:tcPr/>
                </a:tc>
                <a:tc>
                  <a:txBody>
                    <a:bodyPr/>
                    <a:lstStyle/>
                    <a:p>
                      <a:r>
                        <a:rPr lang="en-GB" sz="1800"/>
                        <a:t>Sport Specific Journalist</a:t>
                      </a:r>
                    </a:p>
                  </a:txBody>
                  <a:tcPr/>
                </a:tc>
                <a:tc>
                  <a:txBody>
                    <a:bodyPr/>
                    <a:lstStyle/>
                    <a:p>
                      <a:r>
                        <a:rPr lang="en-GB" sz="1800"/>
                        <a:t>Own Sport Venues, MPC</a:t>
                      </a:r>
                    </a:p>
                  </a:txBody>
                  <a:tcPr/>
                </a:tc>
                <a:tc>
                  <a:txBody>
                    <a:bodyPr/>
                    <a:lstStyle/>
                    <a:p>
                      <a:r>
                        <a:rPr lang="en-GB" sz="1800"/>
                        <a:t>4, White</a:t>
                      </a:r>
                    </a:p>
                  </a:txBody>
                  <a:tcPr/>
                </a:tc>
                <a:extLst>
                  <a:ext uri="{0D108BD9-81ED-4DB2-BD59-A6C34878D82A}">
                    <a16:rowId xmlns:a16="http://schemas.microsoft.com/office/drawing/2014/main" val="3695612954"/>
                  </a:ext>
                </a:extLst>
              </a:tr>
              <a:tr h="355805">
                <a:tc>
                  <a:txBody>
                    <a:bodyPr/>
                    <a:lstStyle/>
                    <a:p>
                      <a:r>
                        <a:rPr lang="en-GB" sz="1800"/>
                        <a:t>EP</a:t>
                      </a:r>
                    </a:p>
                  </a:txBody>
                  <a:tcPr/>
                </a:tc>
                <a:tc>
                  <a:txBody>
                    <a:bodyPr/>
                    <a:lstStyle/>
                    <a:p>
                      <a:r>
                        <a:rPr lang="en-GB" sz="1800"/>
                        <a:t>Photographer</a:t>
                      </a:r>
                    </a:p>
                  </a:txBody>
                  <a:tcPr/>
                </a:tc>
                <a:tc>
                  <a:txBody>
                    <a:bodyPr/>
                    <a:lstStyle/>
                    <a:p>
                      <a:pPr lvl="0">
                        <a:buNone/>
                      </a:pPr>
                      <a:r>
                        <a:rPr lang="en-GB" sz="1800"/>
                        <a:t>All Sport Venues, MPC</a:t>
                      </a:r>
                    </a:p>
                  </a:txBody>
                  <a:tcPr/>
                </a:tc>
                <a:tc>
                  <a:txBody>
                    <a:bodyPr/>
                    <a:lstStyle/>
                    <a:p>
                      <a:r>
                        <a:rPr lang="en-GB" sz="1800"/>
                        <a:t>4, White</a:t>
                      </a:r>
                    </a:p>
                  </a:txBody>
                  <a:tcPr/>
                </a:tc>
                <a:extLst>
                  <a:ext uri="{0D108BD9-81ED-4DB2-BD59-A6C34878D82A}">
                    <a16:rowId xmlns:a16="http://schemas.microsoft.com/office/drawing/2014/main" val="2549997176"/>
                  </a:ext>
                </a:extLst>
              </a:tr>
              <a:tr h="355805">
                <a:tc>
                  <a:txBody>
                    <a:bodyPr/>
                    <a:lstStyle/>
                    <a:p>
                      <a:r>
                        <a:rPr lang="en-GB" sz="1800"/>
                        <a:t>EPs</a:t>
                      </a:r>
                    </a:p>
                  </a:txBody>
                  <a:tcPr/>
                </a:tc>
                <a:tc>
                  <a:txBody>
                    <a:bodyPr/>
                    <a:lstStyle/>
                    <a:p>
                      <a:r>
                        <a:rPr lang="en-GB" sz="1800"/>
                        <a:t>Sport Specific Photographer</a:t>
                      </a:r>
                    </a:p>
                  </a:txBody>
                  <a:tcPr/>
                </a:tc>
                <a:tc>
                  <a:txBody>
                    <a:bodyPr/>
                    <a:lstStyle/>
                    <a:p>
                      <a:pPr lvl="0">
                        <a:buNone/>
                      </a:pPr>
                      <a:r>
                        <a:rPr lang="en-GB" sz="1800"/>
                        <a:t>Own Sport Venues, MPC</a:t>
                      </a:r>
                    </a:p>
                  </a:txBody>
                  <a:tcPr/>
                </a:tc>
                <a:tc>
                  <a:txBody>
                    <a:bodyPr/>
                    <a:lstStyle/>
                    <a:p>
                      <a:r>
                        <a:rPr lang="en-GB" sz="1800"/>
                        <a:t>4, White</a:t>
                      </a:r>
                    </a:p>
                  </a:txBody>
                  <a:tcPr/>
                </a:tc>
                <a:extLst>
                  <a:ext uri="{0D108BD9-81ED-4DB2-BD59-A6C34878D82A}">
                    <a16:rowId xmlns:a16="http://schemas.microsoft.com/office/drawing/2014/main" val="3382808670"/>
                  </a:ext>
                </a:extLst>
              </a:tr>
              <a:tr h="355805">
                <a:tc>
                  <a:txBody>
                    <a:bodyPr/>
                    <a:lstStyle/>
                    <a:p>
                      <a:r>
                        <a:rPr lang="en-GB" sz="1800"/>
                        <a:t>ET</a:t>
                      </a:r>
                    </a:p>
                  </a:txBody>
                  <a:tcPr/>
                </a:tc>
                <a:tc>
                  <a:txBody>
                    <a:bodyPr/>
                    <a:lstStyle/>
                    <a:p>
                      <a:r>
                        <a:rPr lang="en-GB" sz="1800"/>
                        <a:t>Technician</a:t>
                      </a:r>
                    </a:p>
                  </a:txBody>
                  <a:tcPr/>
                </a:tc>
                <a:tc>
                  <a:txBody>
                    <a:bodyPr/>
                    <a:lstStyle/>
                    <a:p>
                      <a:r>
                        <a:rPr lang="en-GB" sz="1800"/>
                        <a:t>All Sport Venues, MPC</a:t>
                      </a:r>
                    </a:p>
                  </a:txBody>
                  <a:tcPr/>
                </a:tc>
                <a:tc>
                  <a:txBody>
                    <a:bodyPr/>
                    <a:lstStyle/>
                    <a:p>
                      <a:r>
                        <a:rPr lang="en-GB" sz="1800"/>
                        <a:t>4, White</a:t>
                      </a:r>
                    </a:p>
                  </a:txBody>
                  <a:tcPr/>
                </a:tc>
                <a:extLst>
                  <a:ext uri="{0D108BD9-81ED-4DB2-BD59-A6C34878D82A}">
                    <a16:rowId xmlns:a16="http://schemas.microsoft.com/office/drawing/2014/main" val="1121104437"/>
                  </a:ext>
                </a:extLst>
              </a:tr>
              <a:tr h="355805">
                <a:tc>
                  <a:txBody>
                    <a:bodyPr/>
                    <a:lstStyle/>
                    <a:p>
                      <a:r>
                        <a:rPr lang="en-GB" sz="1800"/>
                        <a:t>EC</a:t>
                      </a:r>
                    </a:p>
                  </a:txBody>
                  <a:tcPr/>
                </a:tc>
                <a:tc>
                  <a:txBody>
                    <a:bodyPr/>
                    <a:lstStyle/>
                    <a:p>
                      <a:r>
                        <a:rPr lang="en-GB" sz="1800"/>
                        <a:t>Support Staff</a:t>
                      </a:r>
                    </a:p>
                  </a:txBody>
                  <a:tcPr/>
                </a:tc>
                <a:tc>
                  <a:txBody>
                    <a:bodyPr/>
                    <a:lstStyle/>
                    <a:p>
                      <a:r>
                        <a:rPr lang="en-GB" sz="1800"/>
                        <a:t>MPC</a:t>
                      </a:r>
                    </a:p>
                  </a:txBody>
                  <a:tcPr/>
                </a:tc>
                <a:tc>
                  <a:txBody>
                    <a:bodyPr/>
                    <a:lstStyle/>
                    <a:p>
                      <a:r>
                        <a:rPr lang="en-GB" sz="1800"/>
                        <a:t>White</a:t>
                      </a:r>
                    </a:p>
                  </a:txBody>
                  <a:tcPr/>
                </a:tc>
                <a:extLst>
                  <a:ext uri="{0D108BD9-81ED-4DB2-BD59-A6C34878D82A}">
                    <a16:rowId xmlns:a16="http://schemas.microsoft.com/office/drawing/2014/main" val="1414105701"/>
                  </a:ext>
                </a:extLst>
              </a:tr>
              <a:tr h="383110">
                <a:tc>
                  <a:txBody>
                    <a:bodyPr/>
                    <a:lstStyle/>
                    <a:p>
                      <a:r>
                        <a:rPr lang="en-GB" sz="1800"/>
                        <a:t>ENR</a:t>
                      </a:r>
                    </a:p>
                  </a:txBody>
                  <a:tcPr/>
                </a:tc>
                <a:tc>
                  <a:txBody>
                    <a:bodyPr/>
                    <a:lstStyle/>
                    <a:p>
                      <a:r>
                        <a:rPr lang="en-GB" sz="1800"/>
                        <a:t>Non rights holding broadcaster</a:t>
                      </a:r>
                    </a:p>
                  </a:txBody>
                  <a:tcPr/>
                </a:tc>
                <a:tc>
                  <a:txBody>
                    <a:bodyPr/>
                    <a:lstStyle/>
                    <a:p>
                      <a:pPr lvl="0">
                        <a:buNone/>
                      </a:pPr>
                      <a:r>
                        <a:rPr lang="en-GB" sz="1800" u="none" strike="noStrike" noProof="0">
                          <a:solidFill>
                            <a:srgbClr val="000000"/>
                          </a:solidFill>
                        </a:rPr>
                        <a:t>All Sport Venues</a:t>
                      </a:r>
                      <a:endParaRPr lang="en-US" sz="1800"/>
                    </a:p>
                  </a:txBody>
                  <a:tcPr/>
                </a:tc>
                <a:tc>
                  <a:txBody>
                    <a:bodyPr/>
                    <a:lstStyle/>
                    <a:p>
                      <a:r>
                        <a:rPr lang="en-GB" sz="1800"/>
                        <a:t>4, White</a:t>
                      </a:r>
                    </a:p>
                  </a:txBody>
                  <a:tcPr/>
                </a:tc>
                <a:extLst>
                  <a:ext uri="{0D108BD9-81ED-4DB2-BD59-A6C34878D82A}">
                    <a16:rowId xmlns:a16="http://schemas.microsoft.com/office/drawing/2014/main" val="328704100"/>
                  </a:ext>
                </a:extLst>
              </a:tr>
              <a:tr h="355805">
                <a:tc>
                  <a:txBody>
                    <a:bodyPr/>
                    <a:lstStyle/>
                    <a:p>
                      <a:r>
                        <a:rPr lang="en-GB" sz="1800"/>
                        <a:t>Ex</a:t>
                      </a:r>
                    </a:p>
                  </a:txBody>
                  <a:tcPr/>
                </a:tc>
                <a:tc>
                  <a:txBody>
                    <a:bodyPr/>
                    <a:lstStyle/>
                    <a:p>
                      <a:r>
                        <a:rPr lang="en-GB" sz="1800"/>
                        <a:t>Local National Press</a:t>
                      </a:r>
                    </a:p>
                  </a:txBody>
                  <a:tcPr/>
                </a:tc>
                <a:tc>
                  <a:txBody>
                    <a:bodyPr/>
                    <a:lstStyle/>
                    <a:p>
                      <a:r>
                        <a:rPr lang="en-GB" sz="1800"/>
                        <a:t>To be determined</a:t>
                      </a:r>
                    </a:p>
                  </a:txBody>
                  <a:tcPr/>
                </a:tc>
                <a:tc>
                  <a:txBody>
                    <a:bodyPr/>
                    <a:lstStyle/>
                    <a:p>
                      <a:r>
                        <a:rPr lang="en-GB" sz="1800"/>
                        <a:t>4, White</a:t>
                      </a:r>
                    </a:p>
                  </a:txBody>
                  <a:tcPr/>
                </a:tc>
                <a:extLst>
                  <a:ext uri="{0D108BD9-81ED-4DB2-BD59-A6C34878D82A}">
                    <a16:rowId xmlns:a16="http://schemas.microsoft.com/office/drawing/2014/main" val="1264258738"/>
                  </a:ext>
                </a:extLst>
              </a:tr>
              <a:tr h="355805">
                <a:tc>
                  <a:txBody>
                    <a:bodyPr/>
                    <a:lstStyle/>
                    <a:p>
                      <a:r>
                        <a:rPr lang="en-GB" sz="1800" err="1"/>
                        <a:t>EPx</a:t>
                      </a:r>
                    </a:p>
                  </a:txBody>
                  <a:tcPr/>
                </a:tc>
                <a:tc>
                  <a:txBody>
                    <a:bodyPr/>
                    <a:lstStyle/>
                    <a:p>
                      <a:r>
                        <a:rPr lang="en-GB" sz="1800"/>
                        <a:t>Local National Photographer</a:t>
                      </a:r>
                    </a:p>
                  </a:txBody>
                  <a:tcPr/>
                </a:tc>
                <a:tc>
                  <a:txBody>
                    <a:bodyPr/>
                    <a:lstStyle/>
                    <a:p>
                      <a:r>
                        <a:rPr lang="en-GB" sz="1800"/>
                        <a:t>To be determined</a:t>
                      </a:r>
                    </a:p>
                  </a:txBody>
                  <a:tcPr/>
                </a:tc>
                <a:tc>
                  <a:txBody>
                    <a:bodyPr/>
                    <a:lstStyle/>
                    <a:p>
                      <a:r>
                        <a:rPr lang="en-GB" sz="1800"/>
                        <a:t>4, White</a:t>
                      </a:r>
                    </a:p>
                  </a:txBody>
                  <a:tcPr/>
                </a:tc>
                <a:extLst>
                  <a:ext uri="{0D108BD9-81ED-4DB2-BD59-A6C34878D82A}">
                    <a16:rowId xmlns:a16="http://schemas.microsoft.com/office/drawing/2014/main" val="1051431741"/>
                  </a:ext>
                </a:extLst>
              </a:tr>
              <a:tr h="355805">
                <a:tc>
                  <a:txBody>
                    <a:bodyPr/>
                    <a:lstStyle/>
                    <a:p>
                      <a:r>
                        <a:rPr lang="en-GB" sz="1800"/>
                        <a:t>*NOC E</a:t>
                      </a:r>
                    </a:p>
                  </a:txBody>
                  <a:tcPr/>
                </a:tc>
                <a:tc>
                  <a:txBody>
                    <a:bodyPr/>
                    <a:lstStyle/>
                    <a:p>
                      <a:r>
                        <a:rPr lang="en-GB" sz="1800"/>
                        <a:t>NOC Press Attaché</a:t>
                      </a:r>
                    </a:p>
                  </a:txBody>
                  <a:tcPr/>
                </a:tc>
                <a:tc>
                  <a:txBody>
                    <a:bodyPr/>
                    <a:lstStyle/>
                    <a:p>
                      <a:pPr lvl="0">
                        <a:buNone/>
                      </a:pPr>
                      <a:r>
                        <a:rPr lang="en-GB" sz="1800" u="none" strike="noStrike" noProof="0">
                          <a:solidFill>
                            <a:srgbClr val="000000"/>
                          </a:solidFill>
                        </a:rPr>
                        <a:t>All Sport Venues, MPC</a:t>
                      </a:r>
                      <a:endParaRPr lang="en-US" sz="1800"/>
                    </a:p>
                  </a:txBody>
                  <a:tcPr/>
                </a:tc>
                <a:tc>
                  <a:txBody>
                    <a:bodyPr/>
                    <a:lstStyle/>
                    <a:p>
                      <a:r>
                        <a:rPr lang="en-GB" sz="1800"/>
                        <a:t>4, Blue, MZ</a:t>
                      </a:r>
                    </a:p>
                  </a:txBody>
                  <a:tcPr/>
                </a:tc>
                <a:extLst>
                  <a:ext uri="{0D108BD9-81ED-4DB2-BD59-A6C34878D82A}">
                    <a16:rowId xmlns:a16="http://schemas.microsoft.com/office/drawing/2014/main" val="3523374555"/>
                  </a:ext>
                </a:extLst>
              </a:tr>
              <a:tr h="355805">
                <a:tc>
                  <a:txBody>
                    <a:bodyPr/>
                    <a:lstStyle/>
                    <a:p>
                      <a:pPr lvl="0">
                        <a:buNone/>
                      </a:pPr>
                      <a:r>
                        <a:rPr lang="en-GB" sz="1800"/>
                        <a:t>*NOC Es</a:t>
                      </a:r>
                    </a:p>
                  </a:txBody>
                  <a:tcPr/>
                </a:tc>
                <a:tc>
                  <a:txBody>
                    <a:bodyPr/>
                    <a:lstStyle/>
                    <a:p>
                      <a:pPr lvl="0">
                        <a:buNone/>
                      </a:pPr>
                      <a:r>
                        <a:rPr lang="en-GB" sz="1800"/>
                        <a:t>Sport Specific NOC Press Attaché</a:t>
                      </a:r>
                    </a:p>
                  </a:txBody>
                  <a:tcPr/>
                </a:tc>
                <a:tc>
                  <a:txBody>
                    <a:bodyPr/>
                    <a:lstStyle/>
                    <a:p>
                      <a:pPr lvl="0">
                        <a:buNone/>
                      </a:pPr>
                      <a:r>
                        <a:rPr lang="en-GB" sz="1800"/>
                        <a:t>Own Sport Venues, MPC</a:t>
                      </a:r>
                    </a:p>
                  </a:txBody>
                  <a:tcPr/>
                </a:tc>
                <a:tc>
                  <a:txBody>
                    <a:bodyPr/>
                    <a:lstStyle/>
                    <a:p>
                      <a:pPr lvl="0">
                        <a:buNone/>
                      </a:pPr>
                      <a:r>
                        <a:rPr lang="en-GB" sz="1800"/>
                        <a:t>4, Blue, MZ</a:t>
                      </a:r>
                    </a:p>
                  </a:txBody>
                  <a:tcPr/>
                </a:tc>
                <a:extLst>
                  <a:ext uri="{0D108BD9-81ED-4DB2-BD59-A6C34878D82A}">
                    <a16:rowId xmlns:a16="http://schemas.microsoft.com/office/drawing/2014/main" val="157360593"/>
                  </a:ext>
                </a:extLst>
              </a:tr>
            </a:tbl>
          </a:graphicData>
        </a:graphic>
      </p:graphicFrame>
    </p:spTree>
    <p:extLst>
      <p:ext uri="{BB962C8B-B14F-4D97-AF65-F5344CB8AC3E}">
        <p14:creationId xmlns:p14="http://schemas.microsoft.com/office/powerpoint/2010/main" val="115071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45F85-1538-0080-432E-AC7D3F6E81DE}"/>
              </a:ext>
            </a:extLst>
          </p:cNvPr>
          <p:cNvSpPr>
            <a:spLocks noGrp="1"/>
          </p:cNvSpPr>
          <p:nvPr>
            <p:ph type="title"/>
          </p:nvPr>
        </p:nvSpPr>
        <p:spPr>
          <a:xfrm>
            <a:off x="152674" y="236399"/>
            <a:ext cx="8383794" cy="757376"/>
          </a:xfrm>
        </p:spPr>
        <p:txBody>
          <a:bodyPr/>
          <a:lstStyle/>
          <a:p>
            <a:r>
              <a:rPr lang="en-GB">
                <a:latin typeface="Olympic Headline"/>
              </a:rPr>
              <a:t>Press accreditation categories description</a:t>
            </a:r>
            <a:endParaRPr lang="en-GB"/>
          </a:p>
        </p:txBody>
      </p:sp>
      <p:graphicFrame>
        <p:nvGraphicFramePr>
          <p:cNvPr id="12" name="Table 11">
            <a:extLst>
              <a:ext uri="{FF2B5EF4-FFF2-40B4-BE49-F238E27FC236}">
                <a16:creationId xmlns:a16="http://schemas.microsoft.com/office/drawing/2014/main" id="{F987E38A-9855-B02C-0556-C2B9B56A4C1E}"/>
              </a:ext>
            </a:extLst>
          </p:cNvPr>
          <p:cNvGraphicFramePr>
            <a:graphicFrameLocks noGrp="1"/>
          </p:cNvGraphicFramePr>
          <p:nvPr>
            <p:extLst>
              <p:ext uri="{D42A27DB-BD31-4B8C-83A1-F6EECF244321}">
                <p14:modId xmlns:p14="http://schemas.microsoft.com/office/powerpoint/2010/main" val="3187511260"/>
              </p:ext>
            </p:extLst>
          </p:nvPr>
        </p:nvGraphicFramePr>
        <p:xfrm>
          <a:off x="168442" y="794352"/>
          <a:ext cx="10900612" cy="5368969"/>
        </p:xfrm>
        <a:graphic>
          <a:graphicData uri="http://schemas.openxmlformats.org/drawingml/2006/table">
            <a:tbl>
              <a:tblPr bandRow="1">
                <a:tableStyleId>{93296810-A885-4BE3-A3E7-6D5BEEA58F35}</a:tableStyleId>
              </a:tblPr>
              <a:tblGrid>
                <a:gridCol w="839494">
                  <a:extLst>
                    <a:ext uri="{9D8B030D-6E8A-4147-A177-3AD203B41FA5}">
                      <a16:colId xmlns:a16="http://schemas.microsoft.com/office/drawing/2014/main" val="684563125"/>
                    </a:ext>
                  </a:extLst>
                </a:gridCol>
                <a:gridCol w="10061118">
                  <a:extLst>
                    <a:ext uri="{9D8B030D-6E8A-4147-A177-3AD203B41FA5}">
                      <a16:colId xmlns:a16="http://schemas.microsoft.com/office/drawing/2014/main" val="2888393849"/>
                    </a:ext>
                  </a:extLst>
                </a:gridCol>
              </a:tblGrid>
              <a:tr h="383263">
                <a:tc>
                  <a:txBody>
                    <a:bodyPr/>
                    <a:lstStyle/>
                    <a:p>
                      <a:pPr algn="ctr" rtl="0" fontAlgn="base">
                        <a:lnSpc>
                          <a:spcPts val="1350"/>
                        </a:lnSpc>
                        <a:buNone/>
                      </a:pPr>
                      <a:r>
                        <a:rPr lang="en-GB" sz="1400" b="1">
                          <a:solidFill>
                            <a:srgbClr val="000000"/>
                          </a:solidFill>
                          <a:effectLst/>
                          <a:latin typeface="Olympic Sans" panose="020B0504040202060203" pitchFamily="34" charset="0"/>
                        </a:rPr>
                        <a:t>Code </a:t>
                      </a:r>
                      <a:endParaRPr lang="en-GB" sz="1400" b="1">
                        <a:solidFill>
                          <a:srgbClr val="FFFFFF"/>
                        </a:solidFill>
                        <a:effectLst/>
                        <a:latin typeface="Olympic Sans" panose="020B0504040202060203" pitchFamily="34" charset="0"/>
                      </a:endParaRPr>
                    </a:p>
                  </a:txBody>
                  <a:tcPr marL="66675" marR="66675" marT="66675" marB="66675" anchor="ctr"/>
                </a:tc>
                <a:tc>
                  <a:txBody>
                    <a:bodyPr/>
                    <a:lstStyle/>
                    <a:p>
                      <a:pPr algn="ctr" rtl="0" fontAlgn="base">
                        <a:lnSpc>
                          <a:spcPts val="1350"/>
                        </a:lnSpc>
                        <a:buNone/>
                      </a:pPr>
                      <a:r>
                        <a:rPr lang="en-GB" sz="1400" b="1">
                          <a:solidFill>
                            <a:srgbClr val="000000"/>
                          </a:solidFill>
                          <a:effectLst/>
                          <a:latin typeface="Olympic Sans" panose="020B0504040202060203" pitchFamily="34" charset="0"/>
                        </a:rPr>
                        <a:t>Description </a:t>
                      </a:r>
                      <a:endParaRPr lang="en-GB" sz="1400" b="1">
                        <a:solidFill>
                          <a:srgbClr val="FFFFFF"/>
                        </a:solidFill>
                        <a:effectLst/>
                        <a:latin typeface="Olympic Sans" panose="020B0504040202060203" pitchFamily="34" charset="0"/>
                      </a:endParaRPr>
                    </a:p>
                  </a:txBody>
                  <a:tcPr marL="66675" marR="66675" marT="66675" marB="66675" anchor="ctr"/>
                </a:tc>
                <a:extLst>
                  <a:ext uri="{0D108BD9-81ED-4DB2-BD59-A6C34878D82A}">
                    <a16:rowId xmlns:a16="http://schemas.microsoft.com/office/drawing/2014/main" val="232284601"/>
                  </a:ext>
                </a:extLst>
              </a:tr>
              <a:tr h="534577">
                <a:tc>
                  <a:txBody>
                    <a:bodyPr/>
                    <a:lstStyle/>
                    <a:p>
                      <a:pPr algn="ctr" rtl="0" fontAlgn="base">
                        <a:lnSpc>
                          <a:spcPts val="1350"/>
                        </a:lnSpc>
                        <a:buNone/>
                      </a:pPr>
                      <a:r>
                        <a:rPr lang="en-GB" sz="1400" b="1">
                          <a:effectLst/>
                          <a:latin typeface="Olympic Sans" panose="020B0504040202060203" pitchFamily="34" charset="0"/>
                        </a:rPr>
                        <a:t>E </a:t>
                      </a:r>
                    </a:p>
                  </a:txBody>
                  <a:tcPr marL="66675" marR="66675" marT="66675" marB="66675" anchor="ctr"/>
                </a:tc>
                <a:tc>
                  <a:txBody>
                    <a:bodyPr/>
                    <a:lstStyle/>
                    <a:p>
                      <a:pPr rtl="0" fontAlgn="base">
                        <a:lnSpc>
                          <a:spcPts val="1350"/>
                        </a:lnSpc>
                        <a:buNone/>
                      </a:pPr>
                      <a:r>
                        <a:rPr lang="en-GB" sz="1400" b="1">
                          <a:effectLst/>
                          <a:latin typeface="Olympic Sans" panose="020B0504040202060203" pitchFamily="34" charset="0"/>
                        </a:rPr>
                        <a:t>JOURNALIST</a:t>
                      </a:r>
                      <a:r>
                        <a:rPr lang="en-GB" sz="1400">
                          <a:effectLst/>
                          <a:latin typeface="Olympic Sans" panose="020B0504040202060203" pitchFamily="34" charset="0"/>
                        </a:rPr>
                        <a:t>: Journalist, editor, photo editor, employed or contracted by a world news agency, a national agency, a general daily newspaper, a sports daily, a sports magazine, internet site and social media platform or independent/freelance journalist.</a:t>
                      </a:r>
                    </a:p>
                  </a:txBody>
                  <a:tcPr marL="66675" marR="66675" marT="66675" marB="66675"/>
                </a:tc>
                <a:extLst>
                  <a:ext uri="{0D108BD9-81ED-4DB2-BD59-A6C34878D82A}">
                    <a16:rowId xmlns:a16="http://schemas.microsoft.com/office/drawing/2014/main" val="24768234"/>
                  </a:ext>
                </a:extLst>
              </a:tr>
              <a:tr h="486055">
                <a:tc>
                  <a:txBody>
                    <a:bodyPr/>
                    <a:lstStyle/>
                    <a:p>
                      <a:pPr algn="ctr" rtl="0" fontAlgn="base">
                        <a:lnSpc>
                          <a:spcPts val="1350"/>
                        </a:lnSpc>
                        <a:buNone/>
                      </a:pPr>
                      <a:r>
                        <a:rPr lang="en-GB" sz="1400" b="1">
                          <a:effectLst/>
                          <a:latin typeface="Olympic Sans" panose="020B0504040202060203" pitchFamily="34" charset="0"/>
                        </a:rPr>
                        <a:t>Es </a:t>
                      </a:r>
                    </a:p>
                  </a:txBody>
                  <a:tcPr marL="66675" marR="66675" marT="66675" marB="66675" anchor="ctr"/>
                </a:tc>
                <a:tc>
                  <a:txBody>
                    <a:bodyPr/>
                    <a:lstStyle/>
                    <a:p>
                      <a:pPr rtl="0" fontAlgn="base">
                        <a:lnSpc>
                          <a:spcPts val="1350"/>
                        </a:lnSpc>
                        <a:buNone/>
                      </a:pPr>
                      <a:r>
                        <a:rPr lang="en-US" sz="1400" b="1">
                          <a:effectLst/>
                          <a:latin typeface="Olympic Sans" panose="020B0504040202060203" pitchFamily="34" charset="0"/>
                        </a:rPr>
                        <a:t>SPORT SPECIFIC JOURNALIST: </a:t>
                      </a:r>
                      <a:r>
                        <a:rPr lang="en-US" sz="1400">
                          <a:effectLst/>
                          <a:latin typeface="Olympic Sans" panose="020B0504040202060203" pitchFamily="34" charset="0"/>
                        </a:rPr>
                        <a:t>Journalist </a:t>
                      </a:r>
                      <a:r>
                        <a:rPr lang="en-US" sz="1400" err="1">
                          <a:effectLst/>
                          <a:latin typeface="Olympic Sans" panose="020B0504040202060203" pitchFamily="34" charset="0"/>
                        </a:rPr>
                        <a:t>specialised</a:t>
                      </a:r>
                      <a:r>
                        <a:rPr lang="en-US" sz="1400">
                          <a:effectLst/>
                          <a:latin typeface="Olympic Sans" panose="020B0504040202060203" pitchFamily="34" charset="0"/>
                        </a:rPr>
                        <a:t> in a sport. The Es accreditation will include access to all disciplines of that sport. </a:t>
                      </a:r>
                    </a:p>
                  </a:txBody>
                  <a:tcPr marL="66675" marR="66675" marT="66675" marB="66675"/>
                </a:tc>
                <a:extLst>
                  <a:ext uri="{0D108BD9-81ED-4DB2-BD59-A6C34878D82A}">
                    <a16:rowId xmlns:a16="http://schemas.microsoft.com/office/drawing/2014/main" val="3348524193"/>
                  </a:ext>
                </a:extLst>
              </a:tr>
              <a:tr h="312464">
                <a:tc>
                  <a:txBody>
                    <a:bodyPr/>
                    <a:lstStyle/>
                    <a:p>
                      <a:pPr algn="ctr" rtl="0" fontAlgn="base">
                        <a:lnSpc>
                          <a:spcPts val="1350"/>
                        </a:lnSpc>
                        <a:buNone/>
                      </a:pPr>
                      <a:r>
                        <a:rPr lang="en-GB" sz="1400" b="1">
                          <a:effectLst/>
                          <a:latin typeface="Olympic Sans" panose="020B0504040202060203" pitchFamily="34" charset="0"/>
                        </a:rPr>
                        <a:t>EP </a:t>
                      </a:r>
                    </a:p>
                  </a:txBody>
                  <a:tcPr marL="66675" marR="66675" marT="66675" marB="66675" anchor="ctr"/>
                </a:tc>
                <a:tc>
                  <a:txBody>
                    <a:bodyPr/>
                    <a:lstStyle/>
                    <a:p>
                      <a:pPr rtl="0" fontAlgn="base">
                        <a:lnSpc>
                          <a:spcPts val="1350"/>
                        </a:lnSpc>
                        <a:buNone/>
                      </a:pPr>
                      <a:r>
                        <a:rPr lang="en-GB" sz="1400" b="1">
                          <a:effectLst/>
                          <a:latin typeface="Olympic Sans" panose="020B0504040202060203" pitchFamily="34" charset="0"/>
                        </a:rPr>
                        <a:t>PHOTOGRAPHER</a:t>
                      </a:r>
                      <a:r>
                        <a:rPr lang="en-GB" sz="1400">
                          <a:effectLst/>
                          <a:latin typeface="Olympic Sans" panose="020B0504040202060203" pitchFamily="34" charset="0"/>
                        </a:rPr>
                        <a:t>: Photographer, meeting the same criteria as those defined for category “E”. </a:t>
                      </a:r>
                    </a:p>
                  </a:txBody>
                  <a:tcPr marL="66675" marR="66675" marT="66675" marB="66675"/>
                </a:tc>
                <a:extLst>
                  <a:ext uri="{0D108BD9-81ED-4DB2-BD59-A6C34878D82A}">
                    <a16:rowId xmlns:a16="http://schemas.microsoft.com/office/drawing/2014/main" val="343298388"/>
                  </a:ext>
                </a:extLst>
              </a:tr>
              <a:tr h="393602">
                <a:tc>
                  <a:txBody>
                    <a:bodyPr/>
                    <a:lstStyle/>
                    <a:p>
                      <a:pPr algn="ctr" rtl="0" fontAlgn="base">
                        <a:lnSpc>
                          <a:spcPts val="1350"/>
                        </a:lnSpc>
                        <a:buNone/>
                      </a:pPr>
                      <a:r>
                        <a:rPr lang="en-GB" sz="1400" b="1">
                          <a:effectLst/>
                          <a:latin typeface="Olympic Sans" panose="020B0504040202060203" pitchFamily="34" charset="0"/>
                        </a:rPr>
                        <a:t>EPs </a:t>
                      </a:r>
                    </a:p>
                  </a:txBody>
                  <a:tcPr marL="66675" marR="66675" marT="66675" marB="66675" anchor="ctr"/>
                </a:tc>
                <a:tc>
                  <a:txBody>
                    <a:bodyPr/>
                    <a:lstStyle/>
                    <a:p>
                      <a:pPr rtl="0" fontAlgn="base">
                        <a:lnSpc>
                          <a:spcPts val="1350"/>
                        </a:lnSpc>
                        <a:buNone/>
                      </a:pPr>
                      <a:r>
                        <a:rPr lang="en-GB" sz="1400" b="1">
                          <a:effectLst/>
                          <a:latin typeface="Olympic Sans" panose="020B0504040202060203" pitchFamily="34" charset="0"/>
                        </a:rPr>
                        <a:t>SPORT SPECIFIC PHOTOGRAPHER</a:t>
                      </a:r>
                      <a:r>
                        <a:rPr lang="en-GB" sz="1400">
                          <a:effectLst/>
                          <a:latin typeface="Olympic Sans" panose="020B0504040202060203" pitchFamily="34" charset="0"/>
                        </a:rPr>
                        <a:t>: Photographer specialised in a sport. EPs will include access to all disciplines of that sport. </a:t>
                      </a:r>
                    </a:p>
                  </a:txBody>
                  <a:tcPr marL="66675" marR="66675" marT="66675" marB="66675"/>
                </a:tc>
                <a:extLst>
                  <a:ext uri="{0D108BD9-81ED-4DB2-BD59-A6C34878D82A}">
                    <a16:rowId xmlns:a16="http://schemas.microsoft.com/office/drawing/2014/main" val="2278351602"/>
                  </a:ext>
                </a:extLst>
              </a:tr>
              <a:tr h="659645">
                <a:tc>
                  <a:txBody>
                    <a:bodyPr/>
                    <a:lstStyle/>
                    <a:p>
                      <a:pPr algn="ctr" rtl="0" fontAlgn="base">
                        <a:lnSpc>
                          <a:spcPts val="1350"/>
                        </a:lnSpc>
                        <a:buNone/>
                      </a:pPr>
                      <a:r>
                        <a:rPr lang="en-GB" sz="1400" b="1">
                          <a:effectLst/>
                          <a:latin typeface="Olympic Sans" panose="020B0504040202060203" pitchFamily="34" charset="0"/>
                        </a:rPr>
                        <a:t>ET </a:t>
                      </a:r>
                    </a:p>
                  </a:txBody>
                  <a:tcPr marL="66675" marR="66675" marT="66675" marB="66675" anchor="ctr"/>
                </a:tc>
                <a:tc>
                  <a:txBody>
                    <a:bodyPr/>
                    <a:lstStyle/>
                    <a:p>
                      <a:pPr rtl="0" fontAlgn="base">
                        <a:lnSpc>
                          <a:spcPts val="1350"/>
                        </a:lnSpc>
                        <a:buNone/>
                      </a:pPr>
                      <a:r>
                        <a:rPr lang="en-GB" sz="1400" b="1">
                          <a:effectLst/>
                          <a:latin typeface="Olympic Sans" panose="020B0504040202060203" pitchFamily="34" charset="0"/>
                        </a:rPr>
                        <a:t>TECHNICIAN</a:t>
                      </a:r>
                      <a:r>
                        <a:rPr lang="en-GB" sz="1400">
                          <a:effectLst/>
                          <a:latin typeface="Olympic Sans" panose="020B0504040202060203" pitchFamily="34" charset="0"/>
                        </a:rPr>
                        <a:t>: Technician. ET accreditations are limited to technical support personnel of major news agencies, organisations and/or photo agencies and are generally identified by those organisations that rent Rate Card and telecommunications equipment at the MPC and competition venues.   </a:t>
                      </a:r>
                    </a:p>
                  </a:txBody>
                  <a:tcPr marL="66675" marR="66675" marT="66675" marB="66675"/>
                </a:tc>
                <a:extLst>
                  <a:ext uri="{0D108BD9-81ED-4DB2-BD59-A6C34878D82A}">
                    <a16:rowId xmlns:a16="http://schemas.microsoft.com/office/drawing/2014/main" val="2472855213"/>
                  </a:ext>
                </a:extLst>
              </a:tr>
              <a:tr h="659645">
                <a:tc>
                  <a:txBody>
                    <a:bodyPr/>
                    <a:lstStyle/>
                    <a:p>
                      <a:pPr algn="ctr" rtl="0" fontAlgn="base">
                        <a:lnSpc>
                          <a:spcPts val="1350"/>
                        </a:lnSpc>
                        <a:buNone/>
                      </a:pPr>
                      <a:r>
                        <a:rPr lang="en-GB" sz="1400" b="1">
                          <a:effectLst/>
                          <a:latin typeface="Olympic Sans" panose="020B0504040202060203" pitchFamily="34" charset="0"/>
                        </a:rPr>
                        <a:t>EC </a:t>
                      </a:r>
                    </a:p>
                  </a:txBody>
                  <a:tcPr marL="66675" marR="66675" marT="66675" marB="66675" anchor="ctr"/>
                </a:tc>
                <a:tc>
                  <a:txBody>
                    <a:bodyPr/>
                    <a:lstStyle/>
                    <a:p>
                      <a:pPr rtl="0" fontAlgn="base">
                        <a:lnSpc>
                          <a:spcPts val="1350"/>
                        </a:lnSpc>
                        <a:buNone/>
                      </a:pPr>
                      <a:r>
                        <a:rPr lang="en-GB" sz="1400" b="1">
                          <a:effectLst/>
                          <a:latin typeface="Olympic Sans" panose="020B0504040202060203" pitchFamily="34" charset="0"/>
                        </a:rPr>
                        <a:t>SUPPORT STAFF</a:t>
                      </a:r>
                      <a:r>
                        <a:rPr lang="en-GB" sz="1400">
                          <a:effectLst/>
                          <a:latin typeface="Olympic Sans" panose="020B0504040202060203" pitchFamily="34" charset="0"/>
                        </a:rPr>
                        <a:t>: Support staff of an accredited press organisation (office assistant, secretary, interpreter, driver etc). Access to the Main Press Centre (MPC) only. Assigned only to an accredited press organisation or other entity which have reserved a private office area at the MPC. </a:t>
                      </a:r>
                    </a:p>
                  </a:txBody>
                  <a:tcPr marL="66675" marR="66675" marT="66675" marB="66675"/>
                </a:tc>
                <a:extLst>
                  <a:ext uri="{0D108BD9-81ED-4DB2-BD59-A6C34878D82A}">
                    <a16:rowId xmlns:a16="http://schemas.microsoft.com/office/drawing/2014/main" val="2486231148"/>
                  </a:ext>
                </a:extLst>
              </a:tr>
              <a:tr h="585249">
                <a:tc>
                  <a:txBody>
                    <a:bodyPr/>
                    <a:lstStyle/>
                    <a:p>
                      <a:pPr algn="ctr" rtl="0" fontAlgn="base">
                        <a:lnSpc>
                          <a:spcPts val="1350"/>
                        </a:lnSpc>
                        <a:buNone/>
                      </a:pPr>
                      <a:r>
                        <a:rPr lang="en-GB" sz="1400" b="1">
                          <a:effectLst/>
                          <a:latin typeface="Olympic Sans" panose="020B0504040202060203" pitchFamily="34" charset="0"/>
                        </a:rPr>
                        <a:t>ENR </a:t>
                      </a:r>
                    </a:p>
                  </a:txBody>
                  <a:tcPr marL="28575" marR="28575" marT="28575" marB="28575"/>
                </a:tc>
                <a:tc>
                  <a:txBody>
                    <a:bodyPr/>
                    <a:lstStyle/>
                    <a:p>
                      <a:pPr rtl="0" fontAlgn="base">
                        <a:lnSpc>
                          <a:spcPts val="1350"/>
                        </a:lnSpc>
                        <a:buNone/>
                      </a:pPr>
                      <a:r>
                        <a:rPr lang="en-GB" sz="1400" b="1">
                          <a:effectLst/>
                          <a:latin typeface="Olympic Sans" panose="020B0504040202060203" pitchFamily="34" charset="0"/>
                        </a:rPr>
                        <a:t>NON-MEDIA RIGHTS HOLDING BROADCAST ORGANISATION</a:t>
                      </a:r>
                      <a:r>
                        <a:rPr lang="en-GB" sz="1400">
                          <a:effectLst/>
                          <a:latin typeface="Olympic Sans" panose="020B0504040202060203" pitchFamily="34" charset="0"/>
                        </a:rPr>
                        <a:t>: Non-media rights holding radio and/or television organisation (non-MRH). ENR accreditations are only allocated by the IOC in consultation with the NOC. It is strictly prohibited for an NOC to grant a member of a non-MRH organisation any type of “E” category accreditation. </a:t>
                      </a:r>
                    </a:p>
                  </a:txBody>
                  <a:tcPr marL="28575" marR="28575" marT="28575" marB="28575"/>
                </a:tc>
                <a:extLst>
                  <a:ext uri="{0D108BD9-81ED-4DB2-BD59-A6C34878D82A}">
                    <a16:rowId xmlns:a16="http://schemas.microsoft.com/office/drawing/2014/main" val="811877900"/>
                  </a:ext>
                </a:extLst>
              </a:tr>
              <a:tr h="585249">
                <a:tc>
                  <a:txBody>
                    <a:bodyPr/>
                    <a:lstStyle/>
                    <a:p>
                      <a:pPr algn="ctr" rtl="0" fontAlgn="base">
                        <a:lnSpc>
                          <a:spcPts val="1350"/>
                        </a:lnSpc>
                        <a:buNone/>
                      </a:pPr>
                      <a:endParaRPr lang="en-GB" sz="1400" b="1">
                        <a:effectLst/>
                        <a:latin typeface="Olympic Sans" panose="020B0504040202060203" pitchFamily="34" charset="0"/>
                      </a:endParaRPr>
                    </a:p>
                    <a:p>
                      <a:pPr algn="ctr" rtl="0" fontAlgn="base">
                        <a:lnSpc>
                          <a:spcPts val="1350"/>
                        </a:lnSpc>
                        <a:buNone/>
                      </a:pPr>
                      <a:r>
                        <a:rPr lang="en-GB" sz="1400" b="1">
                          <a:effectLst/>
                          <a:latin typeface="Olympic Sans" panose="020B0504040202060203" pitchFamily="34" charset="0"/>
                        </a:rPr>
                        <a:t>NOC E </a:t>
                      </a:r>
                    </a:p>
                    <a:p>
                      <a:pPr algn="ctr" rtl="0" fontAlgn="base">
                        <a:lnSpc>
                          <a:spcPts val="1350"/>
                        </a:lnSpc>
                        <a:buNone/>
                      </a:pPr>
                      <a:endParaRPr lang="en-GB" sz="1400" b="1">
                        <a:effectLst/>
                        <a:latin typeface="Olympic Sans" panose="020B0504040202060203" pitchFamily="34" charset="0"/>
                      </a:endParaRPr>
                    </a:p>
                  </a:txBody>
                  <a:tcPr marL="28575" marR="28575" marT="28575" marB="28575"/>
                </a:tc>
                <a:tc>
                  <a:txBody>
                    <a:bodyPr/>
                    <a:lstStyle/>
                    <a:p>
                      <a:pPr rtl="0" fontAlgn="base">
                        <a:lnSpc>
                          <a:spcPts val="1350"/>
                        </a:lnSpc>
                        <a:spcBef>
                          <a:spcPts val="200"/>
                        </a:spcBef>
                        <a:spcAft>
                          <a:spcPts val="200"/>
                        </a:spcAft>
                        <a:buNone/>
                      </a:pPr>
                      <a:r>
                        <a:rPr lang="en-GB" sz="1400" b="1">
                          <a:effectLst/>
                          <a:latin typeface="Olympic Sans" panose="020B0504040202060203" pitchFamily="34" charset="0"/>
                        </a:rPr>
                        <a:t>PRESS ATTACHE: </a:t>
                      </a:r>
                      <a:r>
                        <a:rPr lang="en-GB" sz="1400">
                          <a:effectLst/>
                          <a:latin typeface="Olympic Sans" panose="020B0504040202060203" pitchFamily="34" charset="0"/>
                        </a:rPr>
                        <a:t>Press Attaché and /or NOC Communications staff producing written content (excluding audio/video) for the NOC’s official platform for editorial purposes only. </a:t>
                      </a:r>
                    </a:p>
                  </a:txBody>
                  <a:tcPr marL="28575" marR="28575" marT="28575" marB="28575"/>
                </a:tc>
                <a:extLst>
                  <a:ext uri="{0D108BD9-81ED-4DB2-BD59-A6C34878D82A}">
                    <a16:rowId xmlns:a16="http://schemas.microsoft.com/office/drawing/2014/main" val="2445114239"/>
                  </a:ext>
                </a:extLst>
              </a:tr>
              <a:tr h="585249">
                <a:tc>
                  <a:txBody>
                    <a:bodyPr/>
                    <a:lstStyle/>
                    <a:p>
                      <a:pPr algn="ctr" rtl="0" fontAlgn="base">
                        <a:lnSpc>
                          <a:spcPts val="1350"/>
                        </a:lnSpc>
                        <a:buNone/>
                      </a:pPr>
                      <a:endParaRPr lang="en-GB" sz="1400" b="1">
                        <a:effectLst/>
                        <a:latin typeface="Olympic Sans" panose="020B0504040202060203" pitchFamily="34" charset="0"/>
                      </a:endParaRPr>
                    </a:p>
                    <a:p>
                      <a:pPr algn="ctr" rtl="0" fontAlgn="base">
                        <a:lnSpc>
                          <a:spcPts val="1350"/>
                        </a:lnSpc>
                        <a:buNone/>
                      </a:pPr>
                      <a:r>
                        <a:rPr lang="en-GB" sz="1400" b="1">
                          <a:effectLst/>
                          <a:latin typeface="Olympic Sans" panose="020B0504040202060203" pitchFamily="34" charset="0"/>
                        </a:rPr>
                        <a:t>NOC Es </a:t>
                      </a:r>
                    </a:p>
                  </a:txBody>
                  <a:tcPr marL="28575" marR="28575" marT="28575" marB="28575"/>
                </a:tc>
                <a:tc>
                  <a:txBody>
                    <a:bodyPr/>
                    <a:lstStyle/>
                    <a:p>
                      <a:pPr rtl="0" fontAlgn="base">
                        <a:lnSpc>
                          <a:spcPts val="1350"/>
                        </a:lnSpc>
                        <a:spcBef>
                          <a:spcPts val="200"/>
                        </a:spcBef>
                        <a:spcAft>
                          <a:spcPts val="200"/>
                        </a:spcAft>
                        <a:buNone/>
                      </a:pPr>
                      <a:r>
                        <a:rPr lang="en-GB" sz="1400" b="1">
                          <a:effectLst/>
                          <a:latin typeface="Olympic Sans" panose="020B0504040202060203" pitchFamily="34" charset="0"/>
                        </a:rPr>
                        <a:t>SPORT SPECIFIC PRESS ATTACHE: </a:t>
                      </a:r>
                      <a:r>
                        <a:rPr lang="en-GB" sz="1400">
                          <a:effectLst/>
                          <a:latin typeface="Olympic Sans" panose="020B0504040202060203" pitchFamily="34" charset="0"/>
                        </a:rPr>
                        <a:t>Press Attaché and /or NOC Communications staff producing written content (excluding audio/video) for the NOC’s official platform for editorial purposes only for one specific sport specific. </a:t>
                      </a:r>
                    </a:p>
                  </a:txBody>
                  <a:tcPr marL="28575" marR="28575" marT="28575" marB="28575"/>
                </a:tc>
                <a:extLst>
                  <a:ext uri="{0D108BD9-81ED-4DB2-BD59-A6C34878D82A}">
                    <a16:rowId xmlns:a16="http://schemas.microsoft.com/office/drawing/2014/main" val="2360396102"/>
                  </a:ext>
                </a:extLst>
              </a:tr>
            </a:tbl>
          </a:graphicData>
        </a:graphic>
      </p:graphicFrame>
    </p:spTree>
    <p:extLst>
      <p:ext uri="{BB962C8B-B14F-4D97-AF65-F5344CB8AC3E}">
        <p14:creationId xmlns:p14="http://schemas.microsoft.com/office/powerpoint/2010/main" val="190882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E0CD-3C8A-8FB4-8FD2-2BFBB5E36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487A6-EBC7-4819-744A-96C39B9DD854}"/>
              </a:ext>
            </a:extLst>
          </p:cNvPr>
          <p:cNvSpPr>
            <a:spLocks noGrp="1"/>
          </p:cNvSpPr>
          <p:nvPr>
            <p:ph type="title"/>
          </p:nvPr>
        </p:nvSpPr>
        <p:spPr>
          <a:xfrm>
            <a:off x="361392" y="258759"/>
            <a:ext cx="7943852" cy="757376"/>
          </a:xfrm>
        </p:spPr>
        <p:txBody>
          <a:bodyPr/>
          <a:lstStyle/>
          <a:p>
            <a:r>
              <a:rPr lang="en-GB">
                <a:latin typeface="Olympic Headline"/>
              </a:rPr>
              <a:t>General overview of press accreditation</a:t>
            </a:r>
            <a:endParaRPr lang="en-US" err="1"/>
          </a:p>
        </p:txBody>
      </p:sp>
      <p:sp>
        <p:nvSpPr>
          <p:cNvPr id="3" name="Content Placeholder 2">
            <a:extLst>
              <a:ext uri="{FF2B5EF4-FFF2-40B4-BE49-F238E27FC236}">
                <a16:creationId xmlns:a16="http://schemas.microsoft.com/office/drawing/2014/main" id="{FAEFAF82-62A8-6FE8-47C5-AF69E973BE81}"/>
              </a:ext>
            </a:extLst>
          </p:cNvPr>
          <p:cNvSpPr>
            <a:spLocks noGrp="1"/>
          </p:cNvSpPr>
          <p:nvPr>
            <p:ph sz="quarter" idx="10"/>
          </p:nvPr>
        </p:nvSpPr>
        <p:spPr>
          <a:xfrm>
            <a:off x="361392" y="1009144"/>
            <a:ext cx="10973298" cy="5264487"/>
          </a:xfrm>
          <a:ln>
            <a:noFill/>
          </a:ln>
        </p:spPr>
        <p:style>
          <a:lnRef idx="2">
            <a:schemeClr val="accent3"/>
          </a:lnRef>
          <a:fillRef idx="1">
            <a:schemeClr val="lt1"/>
          </a:fillRef>
          <a:effectRef idx="0">
            <a:schemeClr val="accent3"/>
          </a:effectRef>
          <a:fontRef idx="minor">
            <a:schemeClr val="dk1"/>
          </a:fontRef>
        </p:style>
        <p:txBody>
          <a:bodyPr vert="horz" wrap="square" lIns="0" tIns="0" rIns="0" bIns="0" rtlCol="0" anchor="t">
            <a:noAutofit/>
          </a:bodyPr>
          <a:lstStyle/>
          <a:p>
            <a:r>
              <a:rPr lang="en-GB">
                <a:solidFill>
                  <a:srgbClr val="000000"/>
                </a:solidFill>
                <a:latin typeface="Olympic Sans" panose="020B0504040202060203" pitchFamily="34" charset="0"/>
              </a:rPr>
              <a:t>Press accreditation is a two-step process</a:t>
            </a:r>
            <a:endParaRPr lang="en-US">
              <a:latin typeface="Olympic Sans" panose="020B0504040202060203" pitchFamily="34" charset="0"/>
            </a:endParaRPr>
          </a:p>
          <a:p>
            <a:pPr marL="961196" lvl="2" indent="-457200">
              <a:spcBef>
                <a:spcPts val="944"/>
              </a:spcBef>
              <a:buFont typeface="+mj-lt"/>
              <a:buAutoNum type="arabicPeriod"/>
            </a:pPr>
            <a:r>
              <a:rPr lang="en-GB" b="1">
                <a:solidFill>
                  <a:srgbClr val="000000"/>
                </a:solidFill>
                <a:latin typeface="Olympic Sans" panose="020B0504040202060203" pitchFamily="34" charset="0"/>
              </a:rPr>
              <a:t>Press by Number</a:t>
            </a:r>
            <a:r>
              <a:rPr lang="en-GB">
                <a:solidFill>
                  <a:srgbClr val="000000"/>
                </a:solidFill>
                <a:latin typeface="Olympic Sans" panose="020B0504040202060203" pitchFamily="34" charset="0"/>
              </a:rPr>
              <a:t>: NOCs have to submit the name of the organisations that they would like to accredit along with the corresponding quota to the Organising Committee</a:t>
            </a:r>
          </a:p>
          <a:p>
            <a:pPr marL="961196" lvl="2" indent="-457200">
              <a:spcBef>
                <a:spcPts val="944"/>
              </a:spcBef>
              <a:buFont typeface="+mj-lt"/>
              <a:buAutoNum type="arabicPeriod"/>
            </a:pPr>
            <a:r>
              <a:rPr lang="en-GB" b="1">
                <a:solidFill>
                  <a:srgbClr val="000000"/>
                </a:solidFill>
                <a:latin typeface="Olympic Sans" panose="020B0504040202060203" pitchFamily="34" charset="0"/>
              </a:rPr>
              <a:t>Press by Name</a:t>
            </a:r>
            <a:r>
              <a:rPr lang="en-GB">
                <a:solidFill>
                  <a:srgbClr val="000000"/>
                </a:solidFill>
                <a:latin typeface="Olympic Sans" panose="020B0504040202060203" pitchFamily="34" charset="0"/>
              </a:rPr>
              <a:t>: NOCs have to submit the details of every accredited person (passport, photo etc) to the Organising Committee</a:t>
            </a:r>
          </a:p>
          <a:p>
            <a:pPr>
              <a:spcBef>
                <a:spcPts val="944"/>
              </a:spcBef>
            </a:pPr>
            <a:r>
              <a:rPr lang="en-US">
                <a:solidFill>
                  <a:srgbClr val="000000"/>
                </a:solidFill>
                <a:latin typeface="Olympic Sans" panose="020B0504040202060203" pitchFamily="34" charset="0"/>
                <a:ea typeface="Calibri"/>
                <a:cs typeface="Calibri"/>
              </a:rPr>
              <a:t>Press accreditation for the Olympic Games is granted exclusively to </a:t>
            </a:r>
            <a:r>
              <a:rPr lang="en-US" b="1">
                <a:solidFill>
                  <a:schemeClr val="accent6"/>
                </a:solidFill>
                <a:latin typeface="Olympic Sans" panose="020B0504040202060203" pitchFamily="34" charset="0"/>
                <a:ea typeface="Calibri"/>
                <a:cs typeface="Calibri"/>
              </a:rPr>
              <a:t>media professionals </a:t>
            </a:r>
            <a:r>
              <a:rPr lang="en-US">
                <a:solidFill>
                  <a:srgbClr val="000000"/>
                </a:solidFill>
                <a:latin typeface="Olympic Sans" panose="020B0504040202060203" pitchFamily="34" charset="0"/>
                <a:ea typeface="Calibri"/>
                <a:cs typeface="Calibri"/>
              </a:rPr>
              <a:t>who meet the eligibility requirements.</a:t>
            </a:r>
          </a:p>
          <a:p>
            <a:pPr>
              <a:spcBef>
                <a:spcPts val="944"/>
              </a:spcBef>
            </a:pPr>
            <a:r>
              <a:rPr lang="en-US">
                <a:solidFill>
                  <a:srgbClr val="000000"/>
                </a:solidFill>
                <a:latin typeface="Olympic Sans" panose="020B0504040202060203" pitchFamily="34" charset="0"/>
                <a:ea typeface="Calibri"/>
                <a:cs typeface="Calibri"/>
              </a:rPr>
              <a:t>The following individuals or entities are </a:t>
            </a:r>
            <a:r>
              <a:rPr lang="en-US" b="1">
                <a:solidFill>
                  <a:srgbClr val="FF0000"/>
                </a:solidFill>
                <a:latin typeface="Olympic Sans" panose="020B0504040202060203" pitchFamily="34" charset="0"/>
                <a:ea typeface="Calibri"/>
                <a:cs typeface="Calibri"/>
              </a:rPr>
              <a:t>not eligible</a:t>
            </a:r>
            <a:r>
              <a:rPr lang="en-US">
                <a:solidFill>
                  <a:srgbClr val="FF0000"/>
                </a:solidFill>
                <a:latin typeface="Olympic Sans" panose="020B0504040202060203" pitchFamily="34" charset="0"/>
                <a:ea typeface="Calibri"/>
                <a:cs typeface="Calibri"/>
              </a:rPr>
              <a:t> </a:t>
            </a:r>
            <a:r>
              <a:rPr lang="en-US">
                <a:solidFill>
                  <a:srgbClr val="000000"/>
                </a:solidFill>
                <a:latin typeface="Olympic Sans" panose="020B0504040202060203" pitchFamily="34" charset="0"/>
                <a:ea typeface="Calibri"/>
                <a:cs typeface="Calibri"/>
              </a:rPr>
              <a:t>for press accreditation:</a:t>
            </a:r>
            <a:endParaRPr lang="en-GB">
              <a:solidFill>
                <a:srgbClr val="000000"/>
              </a:solidFill>
              <a:latin typeface="Olympic Sans" panose="020B0504040202060203" pitchFamily="34" charset="0"/>
              <a:ea typeface="Calibri"/>
              <a:cs typeface="Calibri"/>
            </a:endParaRPr>
          </a:p>
          <a:p>
            <a:pPr marL="0" indent="0">
              <a:spcBef>
                <a:spcPts val="944"/>
              </a:spcBef>
              <a:buNone/>
            </a:pPr>
            <a:r>
              <a:rPr lang="en-GB">
                <a:solidFill>
                  <a:srgbClr val="000000"/>
                </a:solidFill>
                <a:latin typeface="Olympic Sans" panose="020B0504040202060203" pitchFamily="34" charset="0"/>
                <a:ea typeface="Calibri"/>
                <a:cs typeface="Calibri"/>
              </a:rPr>
              <a:t>	- Publishers and marketing personnel</a:t>
            </a:r>
          </a:p>
          <a:p>
            <a:pPr marL="0" indent="0">
              <a:spcBef>
                <a:spcPts val="944"/>
              </a:spcBef>
              <a:buNone/>
            </a:pPr>
            <a:r>
              <a:rPr lang="en-GB">
                <a:solidFill>
                  <a:srgbClr val="000000"/>
                </a:solidFill>
                <a:latin typeface="Olympic Sans" panose="020B0504040202060203" pitchFamily="34" charset="0"/>
                <a:ea typeface="Calibri"/>
                <a:cs typeface="Calibri"/>
              </a:rPr>
              <a:t>	- Athlete management companies </a:t>
            </a:r>
          </a:p>
          <a:p>
            <a:pPr marL="0" indent="0">
              <a:spcBef>
                <a:spcPts val="944"/>
              </a:spcBef>
              <a:buNone/>
            </a:pPr>
            <a:r>
              <a:rPr lang="en-GB">
                <a:solidFill>
                  <a:srgbClr val="000000"/>
                </a:solidFill>
                <a:latin typeface="Olympic Sans" panose="020B0504040202060203" pitchFamily="34" charset="0"/>
                <a:ea typeface="Calibri"/>
                <a:cs typeface="Calibri"/>
              </a:rPr>
              <a:t>	- Individuals representing athletes</a:t>
            </a:r>
            <a:endParaRPr lang="en-GB">
              <a:latin typeface="Olympic Sans" panose="020B0504040202060203" pitchFamily="34" charset="0"/>
            </a:endParaRPr>
          </a:p>
          <a:p>
            <a:pPr marL="0" indent="0">
              <a:spcBef>
                <a:spcPts val="944"/>
              </a:spcBef>
              <a:buNone/>
            </a:pPr>
            <a:r>
              <a:rPr lang="en-GB">
                <a:solidFill>
                  <a:srgbClr val="000000"/>
                </a:solidFill>
                <a:latin typeface="Olympic Sans" panose="020B0504040202060203" pitchFamily="34" charset="0"/>
                <a:ea typeface="Calibri"/>
                <a:cs typeface="Calibri"/>
              </a:rPr>
              <a:t>	- Advertising, public relations and promotion agencies</a:t>
            </a:r>
          </a:p>
          <a:p>
            <a:pPr marL="0" indent="0">
              <a:spcBef>
                <a:spcPts val="944"/>
              </a:spcBef>
              <a:buNone/>
            </a:pPr>
            <a:r>
              <a:rPr lang="en-GB">
                <a:solidFill>
                  <a:srgbClr val="000000"/>
                </a:solidFill>
                <a:latin typeface="Olympic Sans" panose="020B0504040202060203" pitchFamily="34" charset="0"/>
                <a:ea typeface="Calibri"/>
                <a:cs typeface="Calibri"/>
              </a:rPr>
              <a:t>	- Commercial partners associated with NOCs</a:t>
            </a:r>
          </a:p>
          <a:p>
            <a:pPr marL="0" indent="0">
              <a:spcBef>
                <a:spcPts val="944"/>
              </a:spcBef>
              <a:buNone/>
            </a:pPr>
            <a:r>
              <a:rPr lang="en-GB">
                <a:solidFill>
                  <a:srgbClr val="000000"/>
                </a:solidFill>
                <a:latin typeface="Olympic Sans" panose="020B0504040202060203" pitchFamily="34" charset="0"/>
                <a:ea typeface="Calibri"/>
                <a:cs typeface="Calibri"/>
              </a:rPr>
              <a:t>	- </a:t>
            </a:r>
            <a:r>
              <a:rPr lang="en-GB" b="1">
                <a:solidFill>
                  <a:srgbClr val="000000"/>
                </a:solidFill>
                <a:latin typeface="Olympic Sans" panose="020B0504040202060203" pitchFamily="34" charset="0"/>
                <a:ea typeface="Calibri"/>
                <a:cs typeface="Calibri"/>
              </a:rPr>
              <a:t>Government ministries and/or organisations</a:t>
            </a:r>
          </a:p>
          <a:p>
            <a:pPr marL="342900" indent="-342900">
              <a:spcBef>
                <a:spcPts val="944"/>
              </a:spcBef>
              <a:buFont typeface="Calibri" panose="020B0604020202020204" pitchFamily="34" charset="0"/>
              <a:buChar char="-"/>
            </a:pPr>
            <a:endParaRPr lang="en-GB">
              <a:solidFill>
                <a:srgbClr val="000000"/>
              </a:solidFill>
            </a:endParaRPr>
          </a:p>
          <a:p>
            <a:pPr marL="342900" indent="-342900">
              <a:spcBef>
                <a:spcPts val="944"/>
              </a:spcBef>
              <a:buFont typeface="Calibri" panose="020B0604020202020204" pitchFamily="34" charset="0"/>
              <a:buChar char="-"/>
            </a:pPr>
            <a:endParaRPr lang="en-GB" sz="2200">
              <a:solidFill>
                <a:srgbClr val="FF0000"/>
              </a:solidFill>
            </a:endParaRPr>
          </a:p>
          <a:p>
            <a:pPr marL="215900" indent="-215900">
              <a:spcBef>
                <a:spcPts val="944"/>
              </a:spcBef>
            </a:pPr>
            <a:endParaRPr lang="en-GB" sz="2200">
              <a:solidFill>
                <a:srgbClr val="000000"/>
              </a:solidFill>
              <a:latin typeface="Olympic Sans"/>
            </a:endParaRPr>
          </a:p>
        </p:txBody>
      </p:sp>
    </p:spTree>
    <p:extLst>
      <p:ext uri="{BB962C8B-B14F-4D97-AF65-F5344CB8AC3E}">
        <p14:creationId xmlns:p14="http://schemas.microsoft.com/office/powerpoint/2010/main" val="2048328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B7159-F9AC-66D1-25FB-880D426E4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65A3E-63FA-D16A-A5A1-7C2CAE6909A6}"/>
              </a:ext>
            </a:extLst>
          </p:cNvPr>
          <p:cNvSpPr>
            <a:spLocks noGrp="1"/>
          </p:cNvSpPr>
          <p:nvPr>
            <p:ph type="title"/>
          </p:nvPr>
        </p:nvSpPr>
        <p:spPr>
          <a:xfrm>
            <a:off x="361392" y="258759"/>
            <a:ext cx="7943852" cy="757376"/>
          </a:xfrm>
        </p:spPr>
        <p:txBody>
          <a:bodyPr/>
          <a:lstStyle/>
          <a:p>
            <a:r>
              <a:rPr lang="en-GB">
                <a:latin typeface="Olympic Headline"/>
              </a:rPr>
              <a:t>NOC E Press attaches</a:t>
            </a:r>
            <a:endParaRPr lang="en-US" err="1"/>
          </a:p>
        </p:txBody>
      </p:sp>
      <p:sp>
        <p:nvSpPr>
          <p:cNvPr id="3" name="Content Placeholder 2">
            <a:extLst>
              <a:ext uri="{FF2B5EF4-FFF2-40B4-BE49-F238E27FC236}">
                <a16:creationId xmlns:a16="http://schemas.microsoft.com/office/drawing/2014/main" id="{55F2BA83-0FAD-61A8-BBF5-ED2AF479B1F4}"/>
              </a:ext>
            </a:extLst>
          </p:cNvPr>
          <p:cNvSpPr>
            <a:spLocks noGrp="1"/>
          </p:cNvSpPr>
          <p:nvPr>
            <p:ph sz="quarter" idx="10"/>
          </p:nvPr>
        </p:nvSpPr>
        <p:spPr>
          <a:xfrm>
            <a:off x="361392" y="1009144"/>
            <a:ext cx="10973298" cy="5264487"/>
          </a:xfrm>
        </p:spPr>
        <p:txBody>
          <a:bodyPr vert="horz" wrap="square" lIns="0" tIns="0" rIns="0" bIns="0" rtlCol="0" anchor="t">
            <a:noAutofit/>
          </a:bodyPr>
          <a:lstStyle/>
          <a:p>
            <a:pPr>
              <a:spcBef>
                <a:spcPts val="944"/>
              </a:spcBef>
              <a:buFont typeface="Arial" panose="020B0604020202020204" pitchFamily="34" charset="0"/>
              <a:buChar char="•"/>
            </a:pPr>
            <a:r>
              <a:rPr lang="en-GB">
                <a:solidFill>
                  <a:srgbClr val="000000"/>
                </a:solidFill>
                <a:latin typeface="Olympic Sans"/>
              </a:rPr>
              <a:t>The NOC E press accreditation category is specifically designed for</a:t>
            </a:r>
            <a:r>
              <a:rPr lang="en-GB">
                <a:solidFill>
                  <a:srgbClr val="000000"/>
                </a:solidFill>
                <a:latin typeface="Arial"/>
                <a:cs typeface="Arial"/>
              </a:rPr>
              <a:t> </a:t>
            </a:r>
            <a:r>
              <a:rPr lang="en-GB">
                <a:solidFill>
                  <a:srgbClr val="000000"/>
                </a:solidFill>
                <a:latin typeface="Olympic Sans"/>
              </a:rPr>
              <a:t>National Olympic Committees and was introduced at Paris 2024. </a:t>
            </a:r>
            <a:br>
              <a:rPr lang="en-GB"/>
            </a:br>
            <a:r>
              <a:rPr lang="en-GB">
                <a:solidFill>
                  <a:srgbClr val="000000"/>
                </a:solidFill>
                <a:latin typeface="Olympic Sans"/>
              </a:rPr>
              <a:t> </a:t>
            </a:r>
          </a:p>
          <a:p>
            <a:pPr marL="0" indent="0">
              <a:spcBef>
                <a:spcPts val="944"/>
              </a:spcBef>
              <a:buNone/>
            </a:pPr>
            <a:r>
              <a:rPr lang="en-GB" b="1">
                <a:solidFill>
                  <a:srgbClr val="000000"/>
                </a:solidFill>
                <a:latin typeface="Olympic Sans"/>
              </a:rPr>
              <a:t>Eligibility Criteria:</a:t>
            </a:r>
            <a:r>
              <a:rPr lang="en-GB">
                <a:solidFill>
                  <a:srgbClr val="000000"/>
                </a:solidFill>
                <a:latin typeface="Olympic Sans"/>
              </a:rPr>
              <a:t> </a:t>
            </a:r>
          </a:p>
          <a:p>
            <a:pPr>
              <a:spcBef>
                <a:spcPts val="944"/>
              </a:spcBef>
              <a:buFont typeface="Arial" panose="020B0604020202020204" pitchFamily="34" charset="0"/>
              <a:buChar char="•"/>
            </a:pPr>
            <a:r>
              <a:rPr lang="en-GB">
                <a:solidFill>
                  <a:srgbClr val="000000"/>
                </a:solidFill>
                <a:latin typeface="Olympic Sans"/>
              </a:rPr>
              <a:t>NOC press attachés</a:t>
            </a:r>
            <a:r>
              <a:rPr lang="en-GB">
                <a:solidFill>
                  <a:srgbClr val="000000"/>
                </a:solidFill>
                <a:latin typeface="Arial"/>
                <a:cs typeface="Arial"/>
              </a:rPr>
              <a:t> </a:t>
            </a:r>
            <a:r>
              <a:rPr lang="en-GB">
                <a:solidFill>
                  <a:srgbClr val="000000"/>
                </a:solidFill>
                <a:latin typeface="Olympic Sans"/>
              </a:rPr>
              <a:t>who act exclusively as press attachés for their own NOC  </a:t>
            </a:r>
            <a:endParaRPr lang="en-GB">
              <a:latin typeface="Olympic Sans"/>
            </a:endParaRPr>
          </a:p>
          <a:p>
            <a:pPr>
              <a:spcBef>
                <a:spcPts val="944"/>
              </a:spcBef>
              <a:buFont typeface="Arial" panose="020B0604020202020204" pitchFamily="34" charset="0"/>
              <a:buChar char="•"/>
            </a:pPr>
            <a:r>
              <a:rPr lang="en-GB">
                <a:solidFill>
                  <a:srgbClr val="000000"/>
                </a:solidFill>
                <a:latin typeface="Olympic Sans"/>
              </a:rPr>
              <a:t>NOC Communications staff who produce</a:t>
            </a:r>
            <a:r>
              <a:rPr lang="en-GB">
                <a:solidFill>
                  <a:srgbClr val="000000"/>
                </a:solidFill>
                <a:latin typeface="Arial"/>
                <a:cs typeface="Arial"/>
              </a:rPr>
              <a:t> </a:t>
            </a:r>
            <a:r>
              <a:rPr lang="en-GB">
                <a:solidFill>
                  <a:srgbClr val="000000"/>
                </a:solidFill>
                <a:latin typeface="Olympic Sans"/>
              </a:rPr>
              <a:t>written content (excluding video/audio)</a:t>
            </a:r>
            <a:r>
              <a:rPr lang="en-GB">
                <a:solidFill>
                  <a:srgbClr val="000000"/>
                </a:solidFill>
                <a:latin typeface="Arial"/>
                <a:cs typeface="Arial"/>
              </a:rPr>
              <a:t> </a:t>
            </a:r>
            <a:r>
              <a:rPr lang="en-GB">
                <a:solidFill>
                  <a:srgbClr val="000000"/>
                </a:solidFill>
                <a:latin typeface="Olympic Sans"/>
              </a:rPr>
              <a:t>solely for official NOC platforms and strictly reserved for editorial purposes only.  </a:t>
            </a:r>
          </a:p>
          <a:p>
            <a:pPr>
              <a:spcBef>
                <a:spcPts val="944"/>
              </a:spcBef>
            </a:pPr>
            <a:r>
              <a:rPr lang="en-GB">
                <a:solidFill>
                  <a:srgbClr val="000000"/>
                </a:solidFill>
                <a:latin typeface="Olympic Sans"/>
              </a:rPr>
              <a:t>National Federations are only eligible if acting directly as press attachés for the NOC. </a:t>
            </a:r>
          </a:p>
          <a:p>
            <a:pPr marL="0" indent="0">
              <a:spcBef>
                <a:spcPts val="944"/>
              </a:spcBef>
              <a:buNone/>
            </a:pPr>
            <a:endParaRPr lang="en-GB">
              <a:latin typeface="Olympic Sans"/>
            </a:endParaRPr>
          </a:p>
          <a:p>
            <a:pPr marL="0" indent="0">
              <a:spcBef>
                <a:spcPts val="944"/>
              </a:spcBef>
              <a:buNone/>
            </a:pPr>
            <a:r>
              <a:rPr lang="en-GB" b="1">
                <a:solidFill>
                  <a:srgbClr val="FF0000"/>
                </a:solidFill>
                <a:latin typeface="Olympic Sans"/>
              </a:rPr>
              <a:t>Not Eligible:</a:t>
            </a:r>
            <a:r>
              <a:rPr lang="en-GB">
                <a:solidFill>
                  <a:srgbClr val="FF0000"/>
                </a:solidFill>
                <a:latin typeface="Olympic Sans"/>
              </a:rPr>
              <a:t> </a:t>
            </a:r>
          </a:p>
          <a:p>
            <a:pPr>
              <a:spcBef>
                <a:spcPts val="944"/>
              </a:spcBef>
              <a:buFont typeface="Arial" panose="020B0604020202020204" pitchFamily="34" charset="0"/>
              <a:buChar char="•"/>
            </a:pPr>
            <a:r>
              <a:rPr lang="en-GB">
                <a:solidFill>
                  <a:srgbClr val="000000"/>
                </a:solidFill>
                <a:latin typeface="Olympic Sans"/>
              </a:rPr>
              <a:t>Professional journalists or photographers, who must apply under the E (journalist) or EP (photographer) categories.  Any attempt to apply under the wrong category will result in automatic rejection by the IOC. </a:t>
            </a:r>
            <a:endParaRPr lang="en-GB">
              <a:latin typeface="Olympic Sans"/>
            </a:endParaRPr>
          </a:p>
          <a:p>
            <a:pPr>
              <a:spcBef>
                <a:spcPts val="944"/>
              </a:spcBef>
              <a:buFont typeface="Arial" panose="020B0604020202020204" pitchFamily="34" charset="0"/>
              <a:buChar char="•"/>
            </a:pPr>
            <a:r>
              <a:rPr lang="en-GB">
                <a:solidFill>
                  <a:srgbClr val="000000"/>
                </a:solidFill>
                <a:latin typeface="Olympic Sans"/>
              </a:rPr>
              <a:t>Any other NOC staff not involved in Communications, including those assigned to NOC Hospitality Houses during the Games, are not eligible. </a:t>
            </a:r>
            <a:endParaRPr lang="en-GB">
              <a:latin typeface="Olympic Sans"/>
            </a:endParaRPr>
          </a:p>
          <a:p>
            <a:pPr marL="342900" indent="-342900">
              <a:spcBef>
                <a:spcPts val="944"/>
              </a:spcBef>
              <a:buFont typeface="Calibri" panose="020B0604020202020204" pitchFamily="34" charset="0"/>
              <a:buChar char="-"/>
            </a:pPr>
            <a:endParaRPr lang="en-GB">
              <a:solidFill>
                <a:srgbClr val="000000"/>
              </a:solidFill>
            </a:endParaRPr>
          </a:p>
          <a:p>
            <a:pPr marL="342900" indent="-342900">
              <a:spcBef>
                <a:spcPts val="944"/>
              </a:spcBef>
              <a:buFont typeface="Calibri" panose="020B0604020202020204" pitchFamily="34" charset="0"/>
              <a:buChar char="-"/>
            </a:pPr>
            <a:endParaRPr lang="en-GB" sz="2200">
              <a:solidFill>
                <a:srgbClr val="FF0000"/>
              </a:solidFill>
            </a:endParaRPr>
          </a:p>
          <a:p>
            <a:pPr>
              <a:spcBef>
                <a:spcPts val="944"/>
              </a:spcBef>
            </a:pPr>
            <a:endParaRPr lang="en-GB" sz="2200">
              <a:solidFill>
                <a:srgbClr val="000000"/>
              </a:solidFill>
              <a:latin typeface="Olympic Sans"/>
            </a:endParaRPr>
          </a:p>
        </p:txBody>
      </p:sp>
    </p:spTree>
    <p:extLst>
      <p:ext uri="{BB962C8B-B14F-4D97-AF65-F5344CB8AC3E}">
        <p14:creationId xmlns:p14="http://schemas.microsoft.com/office/powerpoint/2010/main" val="48063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8E58-049D-2987-85EA-B636990B46F9}"/>
              </a:ext>
            </a:extLst>
          </p:cNvPr>
          <p:cNvSpPr>
            <a:spLocks noGrp="1"/>
          </p:cNvSpPr>
          <p:nvPr>
            <p:ph type="title"/>
          </p:nvPr>
        </p:nvSpPr>
        <p:spPr>
          <a:xfrm>
            <a:off x="361392" y="258759"/>
            <a:ext cx="6743336" cy="757376"/>
          </a:xfrm>
        </p:spPr>
        <p:txBody>
          <a:bodyPr/>
          <a:lstStyle/>
          <a:p>
            <a:r>
              <a:rPr lang="en-GB">
                <a:solidFill>
                  <a:srgbClr val="FF0000"/>
                </a:solidFill>
                <a:latin typeface="Olympic Headline"/>
              </a:rPr>
              <a:t>NEW!</a:t>
            </a:r>
            <a:r>
              <a:rPr lang="en-GB">
                <a:latin typeface="Olympic Headline"/>
              </a:rPr>
              <a:t> Media Registration Platform</a:t>
            </a:r>
            <a:endParaRPr lang="en-US" err="1"/>
          </a:p>
        </p:txBody>
      </p:sp>
      <p:sp>
        <p:nvSpPr>
          <p:cNvPr id="3" name="Content Placeholder 2">
            <a:extLst>
              <a:ext uri="{FF2B5EF4-FFF2-40B4-BE49-F238E27FC236}">
                <a16:creationId xmlns:a16="http://schemas.microsoft.com/office/drawing/2014/main" id="{15198BA7-FF76-30FB-5EFD-193915374F4B}"/>
              </a:ext>
            </a:extLst>
          </p:cNvPr>
          <p:cNvSpPr>
            <a:spLocks noGrp="1"/>
          </p:cNvSpPr>
          <p:nvPr>
            <p:ph sz="quarter" idx="10"/>
          </p:nvPr>
        </p:nvSpPr>
        <p:spPr>
          <a:xfrm>
            <a:off x="361392" y="1299412"/>
            <a:ext cx="10592920" cy="4190930"/>
          </a:xfrm>
        </p:spPr>
        <p:txBody>
          <a:bodyPr vert="horz" wrap="square" lIns="0" tIns="0" rIns="0" bIns="0" rtlCol="0" anchor="t">
            <a:noAutofit/>
          </a:bodyPr>
          <a:lstStyle/>
          <a:p>
            <a:pPr marL="342900" indent="-342900">
              <a:buFont typeface="Arial" panose="020B0604020202020204" pitchFamily="34" charset="0"/>
              <a:buChar char="•"/>
            </a:pPr>
            <a:r>
              <a:rPr lang="en-GB">
                <a:solidFill>
                  <a:srgbClr val="000000"/>
                </a:solidFill>
                <a:effectLst/>
                <a:latin typeface="Olympic Sans" panose="020B0504040202060203" pitchFamily="34" charset="0"/>
              </a:rPr>
              <a:t>For </a:t>
            </a:r>
            <a:r>
              <a:rPr lang="en-GB">
                <a:solidFill>
                  <a:srgbClr val="000000"/>
                </a:solidFill>
                <a:latin typeface="Olympic Sans" panose="020B0504040202060203" pitchFamily="34" charset="0"/>
              </a:rPr>
              <a:t>LA</a:t>
            </a:r>
            <a:r>
              <a:rPr lang="en-GB">
                <a:solidFill>
                  <a:srgbClr val="000000"/>
                </a:solidFill>
                <a:effectLst/>
                <a:latin typeface="Olympic Sans" panose="020B0504040202060203" pitchFamily="34" charset="0"/>
              </a:rPr>
              <a:t> 2028, the IOC </a:t>
            </a:r>
            <a:r>
              <a:rPr lang="en-GB">
                <a:solidFill>
                  <a:srgbClr val="000000"/>
                </a:solidFill>
                <a:latin typeface="Olympic Sans" panose="020B0504040202060203" pitchFamily="34" charset="0"/>
              </a:rPr>
              <a:t>intends to launch</a:t>
            </a:r>
            <a:r>
              <a:rPr lang="en-GB">
                <a:solidFill>
                  <a:srgbClr val="000000"/>
                </a:solidFill>
                <a:effectLst/>
                <a:latin typeface="Olympic Sans" panose="020B0504040202060203" pitchFamily="34" charset="0"/>
              </a:rPr>
              <a:t> a Media Registration Platform.</a:t>
            </a:r>
            <a:r>
              <a:rPr lang="en-GB">
                <a:solidFill>
                  <a:srgbClr val="000000"/>
                </a:solidFill>
                <a:latin typeface="Olympic Sans" panose="020B0504040202060203" pitchFamily="34" charset="0"/>
              </a:rPr>
              <a:t> </a:t>
            </a:r>
            <a:endParaRPr lang="en-GB">
              <a:solidFill>
                <a:srgbClr val="000000"/>
              </a:solidFill>
              <a:effectLst/>
              <a:latin typeface="Olympic Sans" panose="020B0504040202060203" pitchFamily="34" charset="0"/>
            </a:endParaRPr>
          </a:p>
          <a:p>
            <a:pPr marL="342900" indent="-342900">
              <a:buFont typeface="Arial" panose="020B0604020202020204" pitchFamily="34" charset="0"/>
              <a:buChar char="•"/>
            </a:pPr>
            <a:r>
              <a:rPr lang="en-GB">
                <a:solidFill>
                  <a:srgbClr val="000000"/>
                </a:solidFill>
                <a:effectLst/>
                <a:latin typeface="Olympic Sans" panose="020B0504040202060203" pitchFamily="34" charset="0"/>
              </a:rPr>
              <a:t>Media representatives wishing to obtain press accreditation to cover the Games</a:t>
            </a:r>
            <a:r>
              <a:rPr lang="en-GB">
                <a:solidFill>
                  <a:srgbClr val="000000"/>
                </a:solidFill>
                <a:latin typeface="Olympic Sans" panose="020B0504040202060203" pitchFamily="34" charset="0"/>
              </a:rPr>
              <a:t> for LA 2028 should</a:t>
            </a:r>
            <a:r>
              <a:rPr lang="en-GB">
                <a:solidFill>
                  <a:srgbClr val="000000"/>
                </a:solidFill>
                <a:effectLst/>
                <a:latin typeface="Olympic Sans" panose="020B0504040202060203" pitchFamily="34" charset="0"/>
              </a:rPr>
              <a:t> submit their requests through this platform.</a:t>
            </a:r>
          </a:p>
          <a:p>
            <a:pPr marL="342900" indent="-342900">
              <a:spcBef>
                <a:spcPts val="944"/>
              </a:spcBef>
              <a:buFont typeface="Arial" panose="020B0604020202020204" pitchFamily="34" charset="0"/>
              <a:buChar char="•"/>
            </a:pPr>
            <a:r>
              <a:rPr lang="en-GB">
                <a:latin typeface="Olympic Sans" panose="020B0504040202060203" pitchFamily="34" charset="0"/>
              </a:rPr>
              <a:t>This initiative aims to ensure a consistent, fair and transparent press accreditation process across all territories.</a:t>
            </a:r>
          </a:p>
          <a:p>
            <a:pPr marL="342900" indent="-342900">
              <a:spcBef>
                <a:spcPts val="944"/>
              </a:spcBef>
              <a:buFont typeface="Arial" panose="020B0604020202020204" pitchFamily="34" charset="0"/>
              <a:buChar char="•"/>
            </a:pPr>
            <a:r>
              <a:rPr lang="en-GB">
                <a:latin typeface="Olympic Sans" panose="020B0504040202060203" pitchFamily="34" charset="0"/>
              </a:rPr>
              <a:t>The platform link will be available on </a:t>
            </a:r>
            <a:r>
              <a:rPr lang="en-GB">
                <a:latin typeface="Olympic Sans" panose="020B0504040202060203" pitchFamily="34" charset="0"/>
                <a:hlinkClick r:id="rId2"/>
              </a:rPr>
              <a:t>www.olympics.com</a:t>
            </a:r>
            <a:r>
              <a:rPr lang="en-GB">
                <a:latin typeface="Olympic Sans" panose="020B0504040202060203" pitchFamily="34" charset="0"/>
              </a:rPr>
              <a:t> </a:t>
            </a:r>
          </a:p>
          <a:p>
            <a:pPr marL="342900" indent="-342900">
              <a:spcBef>
                <a:spcPts val="944"/>
              </a:spcBef>
              <a:buFont typeface="Arial" panose="020B0604020202020204" pitchFamily="34" charset="0"/>
              <a:buChar char="•"/>
            </a:pPr>
            <a:r>
              <a:rPr lang="en-GB">
                <a:latin typeface="Olympic Sans" panose="020B0504040202060203" pitchFamily="34" charset="0"/>
              </a:rPr>
              <a:t>NOCs should communicate this link when they launch their press accreditation process.</a:t>
            </a:r>
          </a:p>
          <a:p>
            <a:pPr marL="342900" indent="-342900">
              <a:spcBef>
                <a:spcPts val="944"/>
              </a:spcBef>
              <a:buFont typeface="Arial" panose="020B0604020202020204" pitchFamily="34" charset="0"/>
              <a:buChar char="•"/>
            </a:pPr>
            <a:endParaRPr lang="en-GB">
              <a:solidFill>
                <a:srgbClr val="FF0000"/>
              </a:solidFill>
              <a:latin typeface="Olympic Sans" panose="020B0504040202060203" pitchFamily="34" charset="0"/>
            </a:endParaRPr>
          </a:p>
          <a:p>
            <a:pPr>
              <a:spcBef>
                <a:spcPts val="944"/>
              </a:spcBef>
            </a:pPr>
            <a:endParaRPr lang="en-GB" sz="2200">
              <a:latin typeface="Olympic Sans"/>
            </a:endParaRPr>
          </a:p>
        </p:txBody>
      </p:sp>
    </p:spTree>
    <p:extLst>
      <p:ext uri="{BB962C8B-B14F-4D97-AF65-F5344CB8AC3E}">
        <p14:creationId xmlns:p14="http://schemas.microsoft.com/office/powerpoint/2010/main" val="2419263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1ED9-49F4-AA20-6564-4F3C6FC24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7825A-0011-1A03-A96E-4699269B6525}"/>
              </a:ext>
            </a:extLst>
          </p:cNvPr>
          <p:cNvSpPr>
            <a:spLocks noGrp="1"/>
          </p:cNvSpPr>
          <p:nvPr>
            <p:ph type="title"/>
          </p:nvPr>
        </p:nvSpPr>
        <p:spPr>
          <a:xfrm>
            <a:off x="227238" y="236399"/>
            <a:ext cx="6684904" cy="757376"/>
          </a:xfrm>
        </p:spPr>
        <p:txBody>
          <a:bodyPr/>
          <a:lstStyle/>
          <a:p>
            <a:r>
              <a:rPr lang="en-GB">
                <a:solidFill>
                  <a:srgbClr val="FF0000"/>
                </a:solidFill>
                <a:latin typeface="Olympic Headline"/>
              </a:rPr>
              <a:t>NEW!</a:t>
            </a:r>
            <a:r>
              <a:rPr lang="en-GB">
                <a:latin typeface="Olympic Headline"/>
              </a:rPr>
              <a:t> Media Registration Platform</a:t>
            </a:r>
            <a:endParaRPr lang="en-US"/>
          </a:p>
        </p:txBody>
      </p:sp>
      <p:sp>
        <p:nvSpPr>
          <p:cNvPr id="3" name="Content Placeholder 2">
            <a:extLst>
              <a:ext uri="{FF2B5EF4-FFF2-40B4-BE49-F238E27FC236}">
                <a16:creationId xmlns:a16="http://schemas.microsoft.com/office/drawing/2014/main" id="{50984394-B2E2-9B75-DBCB-72DB0181B374}"/>
              </a:ext>
            </a:extLst>
          </p:cNvPr>
          <p:cNvSpPr>
            <a:spLocks noGrp="1"/>
          </p:cNvSpPr>
          <p:nvPr>
            <p:ph sz="quarter" idx="10"/>
          </p:nvPr>
        </p:nvSpPr>
        <p:spPr>
          <a:xfrm>
            <a:off x="227239" y="1462252"/>
            <a:ext cx="10505137" cy="4737538"/>
          </a:xfrm>
        </p:spPr>
        <p:txBody>
          <a:bodyPr vert="horz" wrap="square" lIns="0" tIns="0" rIns="0" bIns="0" rtlCol="0" anchor="t">
            <a:noAutofit/>
          </a:bodyPr>
          <a:lstStyle/>
          <a:p>
            <a:pPr marL="342900" indent="-342900">
              <a:spcBef>
                <a:spcPts val="944"/>
              </a:spcBef>
              <a:buFont typeface="Arial" panose="020B0604020202020204" pitchFamily="34" charset="0"/>
              <a:buChar char="•"/>
            </a:pPr>
            <a:r>
              <a:rPr lang="en-GB">
                <a:latin typeface="Olympic Sans" panose="020B0504040202060203" pitchFamily="34" charset="0"/>
              </a:rPr>
              <a:t>Each NOC will have access to the back end of the platform and </a:t>
            </a:r>
            <a:r>
              <a:rPr lang="en-GB" b="1">
                <a:latin typeface="Olympic Sans" panose="020B0504040202060203" pitchFamily="34" charset="0"/>
              </a:rPr>
              <a:t>will be solely responsible for handling ALL requests originating from their own territory only.</a:t>
            </a:r>
            <a:endParaRPr lang="en-GB">
              <a:latin typeface="Olympic Sans" panose="020B0504040202060203" pitchFamily="34" charset="0"/>
            </a:endParaRPr>
          </a:p>
          <a:p>
            <a:pPr marL="342900" indent="-342900">
              <a:spcBef>
                <a:spcPts val="944"/>
              </a:spcBef>
              <a:buFont typeface="Arial" panose="020B0604020202020204" pitchFamily="34" charset="0"/>
              <a:buChar char="•"/>
            </a:pPr>
            <a:r>
              <a:rPr lang="en-GB" b="1">
                <a:latin typeface="Olympic Sans" panose="020B0504040202060203" pitchFamily="34" charset="0"/>
              </a:rPr>
              <a:t>The NOC will remain responsible for the management of these requests.</a:t>
            </a:r>
            <a:endParaRPr lang="en-GB">
              <a:latin typeface="Olympic Sans" panose="020B0504040202060203" pitchFamily="34" charset="0"/>
            </a:endParaRPr>
          </a:p>
          <a:p>
            <a:pPr marL="342900" indent="-342900">
              <a:spcBef>
                <a:spcPts val="944"/>
              </a:spcBef>
              <a:buFont typeface="Arial" panose="020B0604020202020204" pitchFamily="34" charset="0"/>
              <a:buChar char="•"/>
            </a:pPr>
            <a:r>
              <a:rPr lang="en-GB">
                <a:latin typeface="Olympic Sans" panose="020B0504040202060203" pitchFamily="34" charset="0"/>
              </a:rPr>
              <a:t>The IOC will have visibility of the requests but </a:t>
            </a:r>
            <a:r>
              <a:rPr lang="en-GB" u="sng">
                <a:latin typeface="Olympic Sans" panose="020B0504040202060203" pitchFamily="34" charset="0"/>
              </a:rPr>
              <a:t>will not </a:t>
            </a:r>
            <a:r>
              <a:rPr lang="en-GB">
                <a:latin typeface="Olympic Sans" panose="020B0504040202060203" pitchFamily="34" charset="0"/>
              </a:rPr>
              <a:t>be involved in managing, performing  quality control or engaging with any of the media outlets that apply.</a:t>
            </a:r>
          </a:p>
          <a:p>
            <a:pPr marL="342900" indent="-342900">
              <a:spcBef>
                <a:spcPts val="944"/>
              </a:spcBef>
              <a:buFont typeface="Arial" panose="020B0604020202020204" pitchFamily="34" charset="0"/>
              <a:buChar char="•"/>
            </a:pPr>
            <a:r>
              <a:rPr lang="en-GB">
                <a:latin typeface="Olympic Sans" panose="020B0504040202060203" pitchFamily="34" charset="0"/>
              </a:rPr>
              <a:t>Specific timelines to be discussed with the NOCs.</a:t>
            </a:r>
          </a:p>
          <a:p>
            <a:pPr marL="342900" indent="-342900">
              <a:spcBef>
                <a:spcPts val="944"/>
              </a:spcBef>
              <a:buFont typeface="Arial" panose="020B0604020202020204" pitchFamily="34" charset="0"/>
              <a:buChar char="•"/>
            </a:pPr>
            <a:r>
              <a:rPr lang="en-GB">
                <a:latin typeface="Olympic Sans" panose="020B0504040202060203" pitchFamily="34" charset="0"/>
              </a:rPr>
              <a:t>The Press by Number and Press by Name procedures will continue to follow the same process as previous Games, based on the quota assigned by the IOC in July 2026, and will be managed by the OCOG.</a:t>
            </a:r>
          </a:p>
          <a:p>
            <a:pPr marL="342900" indent="-342900">
              <a:spcBef>
                <a:spcPts val="944"/>
              </a:spcBef>
              <a:buFont typeface="Arial" panose="020B0604020202020204" pitchFamily="34" charset="0"/>
              <a:buChar char="•"/>
            </a:pPr>
            <a:r>
              <a:rPr lang="en-GB">
                <a:latin typeface="Olympic Sans" panose="020B0504040202060203" pitchFamily="34" charset="0"/>
              </a:rPr>
              <a:t>The IOC will need to </a:t>
            </a:r>
            <a:r>
              <a:rPr lang="en-GB" b="1">
                <a:latin typeface="Olympic Sans" panose="020B0504040202060203" pitchFamily="34" charset="0"/>
              </a:rPr>
              <a:t>approve</a:t>
            </a:r>
            <a:r>
              <a:rPr lang="en-GB">
                <a:latin typeface="Olympic Sans" panose="020B0504040202060203" pitchFamily="34" charset="0"/>
              </a:rPr>
              <a:t> the Press by Number forms submitted to the OCOG. </a:t>
            </a:r>
          </a:p>
        </p:txBody>
      </p:sp>
    </p:spTree>
    <p:extLst>
      <p:ext uri="{BB962C8B-B14F-4D97-AF65-F5344CB8AC3E}">
        <p14:creationId xmlns:p14="http://schemas.microsoft.com/office/powerpoint/2010/main" val="201135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452B-806E-B1C0-6D61-896E2F0DD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43450-F23B-2049-8B96-FE7DB1F110A5}"/>
              </a:ext>
            </a:extLst>
          </p:cNvPr>
          <p:cNvSpPr>
            <a:spLocks noGrp="1"/>
          </p:cNvSpPr>
          <p:nvPr>
            <p:ph type="title"/>
          </p:nvPr>
        </p:nvSpPr>
        <p:spPr>
          <a:xfrm>
            <a:off x="227239" y="236399"/>
            <a:ext cx="7539145" cy="757376"/>
          </a:xfrm>
        </p:spPr>
        <p:txBody>
          <a:bodyPr/>
          <a:lstStyle/>
          <a:p>
            <a:r>
              <a:rPr lang="en-GB">
                <a:latin typeface="Olympic Headline"/>
              </a:rPr>
              <a:t>TENTATIVE timelines</a:t>
            </a:r>
            <a:endParaRPr lang="en-GB"/>
          </a:p>
        </p:txBody>
      </p:sp>
      <p:sp>
        <p:nvSpPr>
          <p:cNvPr id="3" name="Content Placeholder 2">
            <a:extLst>
              <a:ext uri="{FF2B5EF4-FFF2-40B4-BE49-F238E27FC236}">
                <a16:creationId xmlns:a16="http://schemas.microsoft.com/office/drawing/2014/main" id="{1163EE21-A4F8-9E61-842C-56502A557671}"/>
              </a:ext>
            </a:extLst>
          </p:cNvPr>
          <p:cNvSpPr>
            <a:spLocks noGrp="1"/>
          </p:cNvSpPr>
          <p:nvPr>
            <p:ph sz="quarter" idx="10"/>
          </p:nvPr>
        </p:nvSpPr>
        <p:spPr>
          <a:xfrm>
            <a:off x="227239" y="1346371"/>
            <a:ext cx="6500695" cy="5227337"/>
          </a:xfrm>
        </p:spPr>
        <p:txBody>
          <a:bodyPr vert="horz" wrap="square" lIns="0" tIns="0" rIns="0" bIns="0" rtlCol="0" anchor="t">
            <a:noAutofit/>
          </a:bodyPr>
          <a:lstStyle/>
          <a:p>
            <a:pPr>
              <a:spcBef>
                <a:spcPts val="944"/>
              </a:spcBef>
            </a:pPr>
            <a:endParaRPr lang="en-GB" sz="2400">
              <a:latin typeface="Olympic Sans"/>
            </a:endParaRPr>
          </a:p>
          <a:p>
            <a:pPr marL="342900" indent="-342900">
              <a:spcBef>
                <a:spcPts val="944"/>
              </a:spcBef>
              <a:buChar char="•"/>
            </a:pPr>
            <a:r>
              <a:rPr lang="en-GB" b="1">
                <a:latin typeface="Olympic Sans"/>
              </a:rPr>
              <a:t>July 2026</a:t>
            </a:r>
            <a:r>
              <a:rPr lang="en-GB">
                <a:latin typeface="Olympic Sans"/>
              </a:rPr>
              <a:t>   NOCs will receive their press accreditation quota from the IOC</a:t>
            </a:r>
          </a:p>
          <a:p>
            <a:pPr marL="342900" indent="-342900">
              <a:spcBef>
                <a:spcPts val="944"/>
              </a:spcBef>
              <a:buChar char="•"/>
            </a:pPr>
            <a:r>
              <a:rPr lang="en-GB" b="1">
                <a:latin typeface="Olympic Sans"/>
              </a:rPr>
              <a:t>August 2026</a:t>
            </a:r>
            <a:r>
              <a:rPr lang="en-GB">
                <a:latin typeface="Olympic Sans"/>
              </a:rPr>
              <a:t> Press Accreditation Platform will open for applications from interested media</a:t>
            </a:r>
          </a:p>
          <a:p>
            <a:pPr marL="342900" indent="-342900">
              <a:spcBef>
                <a:spcPts val="944"/>
              </a:spcBef>
              <a:buChar char="•"/>
            </a:pPr>
            <a:r>
              <a:rPr lang="en-GB" b="1">
                <a:latin typeface="Olympic Sans"/>
              </a:rPr>
              <a:t>31 October 2026</a:t>
            </a:r>
            <a:r>
              <a:rPr lang="en-GB">
                <a:latin typeface="Olympic Sans"/>
              </a:rPr>
              <a:t> Press Accreditation Platform closes</a:t>
            </a:r>
          </a:p>
          <a:p>
            <a:pPr marL="342900" indent="-342900">
              <a:spcBef>
                <a:spcPts val="944"/>
              </a:spcBef>
              <a:buChar char="•"/>
            </a:pPr>
            <a:r>
              <a:rPr lang="en-GB" b="1">
                <a:latin typeface="Olympic Sans"/>
              </a:rPr>
              <a:t>18 December 2026 </a:t>
            </a:r>
            <a:r>
              <a:rPr lang="en-GB">
                <a:latin typeface="Olympic Sans"/>
              </a:rPr>
              <a:t>OCOG Deadline for Press by Number submission</a:t>
            </a:r>
          </a:p>
          <a:p>
            <a:pPr marL="342900" indent="-342900">
              <a:spcBef>
                <a:spcPts val="944"/>
              </a:spcBef>
              <a:buChar char="•"/>
            </a:pPr>
            <a:r>
              <a:rPr lang="en-GB" b="1">
                <a:solidFill>
                  <a:srgbClr val="242424"/>
                </a:solidFill>
                <a:latin typeface="Olympic Sans"/>
                <a:cs typeface="Segoe UI"/>
              </a:rPr>
              <a:t>30 March 2027  </a:t>
            </a:r>
            <a:r>
              <a:rPr lang="en-GB">
                <a:solidFill>
                  <a:srgbClr val="242424"/>
                </a:solidFill>
                <a:latin typeface="Olympic Sans"/>
                <a:cs typeface="Segoe UI"/>
              </a:rPr>
              <a:t>OCOG deadline for accredited press outlets to submit their interest in obtaining Press Accommodation </a:t>
            </a:r>
            <a:endParaRPr lang="en-GB" b="1">
              <a:solidFill>
                <a:srgbClr val="242424"/>
              </a:solidFill>
              <a:latin typeface="Olympic Sans"/>
              <a:cs typeface="Segoe UI"/>
            </a:endParaRPr>
          </a:p>
        </p:txBody>
      </p:sp>
      <p:pic>
        <p:nvPicPr>
          <p:cNvPr id="4" name="Picture 3" descr="A group of people with colorful smoke coming out of a sign&#10;&#10;AI-generated content may be incorrect.">
            <a:extLst>
              <a:ext uri="{FF2B5EF4-FFF2-40B4-BE49-F238E27FC236}">
                <a16:creationId xmlns:a16="http://schemas.microsoft.com/office/drawing/2014/main" id="{4F3A0A10-5CE0-705B-10B5-0849DCDA807E}"/>
              </a:ext>
            </a:extLst>
          </p:cNvPr>
          <p:cNvPicPr>
            <a:picLocks noChangeAspect="1"/>
          </p:cNvPicPr>
          <p:nvPr/>
        </p:nvPicPr>
        <p:blipFill>
          <a:blip r:embed="rId2"/>
          <a:stretch>
            <a:fillRect/>
          </a:stretch>
        </p:blipFill>
        <p:spPr>
          <a:xfrm>
            <a:off x="7154274" y="1346371"/>
            <a:ext cx="4204781" cy="4391193"/>
          </a:xfrm>
          <a:prstGeom prst="rect">
            <a:avLst/>
          </a:prstGeom>
        </p:spPr>
      </p:pic>
    </p:spTree>
    <p:extLst>
      <p:ext uri="{BB962C8B-B14F-4D97-AF65-F5344CB8AC3E}">
        <p14:creationId xmlns:p14="http://schemas.microsoft.com/office/powerpoint/2010/main" val="3475277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9E0C-DE63-2C4F-90CA-3ED4BF0BBDC6}"/>
              </a:ext>
            </a:extLst>
          </p:cNvPr>
          <p:cNvSpPr>
            <a:spLocks noGrp="1"/>
          </p:cNvSpPr>
          <p:nvPr>
            <p:ph type="title"/>
          </p:nvPr>
        </p:nvSpPr>
        <p:spPr>
          <a:xfrm>
            <a:off x="227238" y="236399"/>
            <a:ext cx="6098675" cy="757376"/>
          </a:xfrm>
        </p:spPr>
        <p:txBody>
          <a:bodyPr/>
          <a:lstStyle/>
          <a:p>
            <a:r>
              <a:rPr lang="en-GB">
                <a:latin typeface="Olympic Headline"/>
              </a:rPr>
              <a:t>Press Accreditation GUIDELINES</a:t>
            </a:r>
            <a:endParaRPr lang="en-GB"/>
          </a:p>
        </p:txBody>
      </p:sp>
      <p:sp>
        <p:nvSpPr>
          <p:cNvPr id="3" name="Content Placeholder 2">
            <a:extLst>
              <a:ext uri="{FF2B5EF4-FFF2-40B4-BE49-F238E27FC236}">
                <a16:creationId xmlns:a16="http://schemas.microsoft.com/office/drawing/2014/main" id="{58FDC883-246D-804E-A246-80BDA7F26EC3}"/>
              </a:ext>
            </a:extLst>
          </p:cNvPr>
          <p:cNvSpPr>
            <a:spLocks noGrp="1"/>
          </p:cNvSpPr>
          <p:nvPr>
            <p:ph sz="quarter" idx="10"/>
          </p:nvPr>
        </p:nvSpPr>
        <p:spPr>
          <a:xfrm>
            <a:off x="0" y="1324303"/>
            <a:ext cx="7165428" cy="4303987"/>
          </a:xfrm>
        </p:spPr>
        <p:txBody>
          <a:bodyPr vert="horz" wrap="square" lIns="0" tIns="0" rIns="0" bIns="0" rtlCol="0" anchor="t">
            <a:noAutofit/>
          </a:bodyPr>
          <a:lstStyle/>
          <a:p>
            <a:pPr marL="685800" lvl="1" indent="-342900">
              <a:spcBef>
                <a:spcPts val="0"/>
              </a:spcBef>
            </a:pPr>
            <a:r>
              <a:rPr lang="en-US">
                <a:latin typeface="Olympic Sans" panose="020B0504040202060203" pitchFamily="34" charset="0"/>
              </a:rPr>
              <a:t>Revised Terms &amp; Conditions for press accreditation.</a:t>
            </a:r>
          </a:p>
          <a:p>
            <a:pPr marL="685800" lvl="1" indent="-342900">
              <a:spcBef>
                <a:spcPts val="0"/>
              </a:spcBef>
            </a:pPr>
            <a:endParaRPr lang="en-US">
              <a:latin typeface="Olympic Sans" panose="020B0504040202060203" pitchFamily="34" charset="0"/>
            </a:endParaRPr>
          </a:p>
          <a:p>
            <a:pPr marL="685800" lvl="1" indent="-342900">
              <a:spcBef>
                <a:spcPts val="0"/>
              </a:spcBef>
            </a:pPr>
            <a:r>
              <a:rPr lang="en-US">
                <a:latin typeface="Olympic Sans" panose="020B0504040202060203" pitchFamily="34" charset="0"/>
              </a:rPr>
              <a:t>Procedures for how press accreditations are distributed by NOCs.</a:t>
            </a:r>
          </a:p>
          <a:p>
            <a:pPr marL="685800" lvl="1" indent="-342900">
              <a:spcBef>
                <a:spcPts val="0"/>
              </a:spcBef>
            </a:pPr>
            <a:endParaRPr lang="en-US">
              <a:latin typeface="Olympic Sans" panose="020B0504040202060203" pitchFamily="34" charset="0"/>
            </a:endParaRPr>
          </a:p>
          <a:p>
            <a:pPr marL="685800" lvl="1" indent="-342900">
              <a:spcBef>
                <a:spcPts val="0"/>
              </a:spcBef>
            </a:pPr>
            <a:r>
              <a:rPr lang="en-US">
                <a:latin typeface="Olympic Sans" panose="020B0504040202060203" pitchFamily="34" charset="0"/>
              </a:rPr>
              <a:t>Press by Number Control measures.</a:t>
            </a:r>
          </a:p>
          <a:p>
            <a:pPr marL="685800" lvl="1" indent="-342900">
              <a:spcBef>
                <a:spcPts val="0"/>
              </a:spcBef>
            </a:pPr>
            <a:endParaRPr lang="en-US">
              <a:latin typeface="Olympic Sans" panose="020B0504040202060203" pitchFamily="34" charset="0"/>
            </a:endParaRPr>
          </a:p>
          <a:p>
            <a:pPr marL="685800" lvl="1" indent="-342900">
              <a:spcBef>
                <a:spcPts val="0"/>
              </a:spcBef>
            </a:pPr>
            <a:r>
              <a:rPr lang="en-US">
                <a:latin typeface="Olympic Sans" panose="020B0504040202060203" pitchFamily="34" charset="0"/>
              </a:rPr>
              <a:t>Quota allocation and use of NOC E.</a:t>
            </a:r>
          </a:p>
          <a:p>
            <a:pPr marL="342900" lvl="1" indent="0">
              <a:spcBef>
                <a:spcPts val="0"/>
              </a:spcBef>
              <a:buNone/>
            </a:pPr>
            <a:endParaRPr lang="en-US">
              <a:latin typeface="Olympic Sans" panose="020B0504040202060203" pitchFamily="34" charset="0"/>
            </a:endParaRPr>
          </a:p>
          <a:p>
            <a:pPr marL="685800" lvl="1" indent="-342900">
              <a:spcBef>
                <a:spcPts val="0"/>
              </a:spcBef>
            </a:pPr>
            <a:r>
              <a:rPr lang="en-US">
                <a:latin typeface="Olympic Sans" panose="020B0504040202060203" pitchFamily="34" charset="0"/>
              </a:rPr>
              <a:t>No show policy.</a:t>
            </a:r>
          </a:p>
          <a:p>
            <a:pPr marL="342900" lvl="1" indent="0">
              <a:spcBef>
                <a:spcPts val="0"/>
              </a:spcBef>
              <a:buNone/>
            </a:pPr>
            <a:endParaRPr lang="en-US">
              <a:latin typeface="Olympic Sans" panose="020B0504040202060203" pitchFamily="34" charset="0"/>
            </a:endParaRPr>
          </a:p>
          <a:p>
            <a:pPr marL="685800" lvl="1" indent="-342900">
              <a:spcBef>
                <a:spcPts val="0"/>
              </a:spcBef>
            </a:pPr>
            <a:r>
              <a:rPr lang="en-US">
                <a:latin typeface="Olympic Sans" panose="020B0504040202060203" pitchFamily="34" charset="0"/>
              </a:rPr>
              <a:t>Code of conduct for accredited photographers along with guidelines for NOCs on selecting photographers</a:t>
            </a:r>
          </a:p>
          <a:p>
            <a:pPr marL="285750" indent="-285750">
              <a:spcBef>
                <a:spcPts val="0"/>
              </a:spcBef>
              <a:buFont typeface="Arial" panose="020B0604020202020204" pitchFamily="34" charset="0"/>
              <a:buChar char="•"/>
            </a:pPr>
            <a:endParaRPr lang="en-US">
              <a:highlight>
                <a:srgbClr val="FFFF00"/>
              </a:highlight>
              <a:latin typeface="Olympic Sans" panose="020B0504040202060203" pitchFamily="34" charset="0"/>
            </a:endParaRPr>
          </a:p>
          <a:p>
            <a:pPr marL="285750" indent="-285750">
              <a:spcBef>
                <a:spcPts val="0"/>
              </a:spcBef>
              <a:buFont typeface="Arial" panose="020B0604020202020204" pitchFamily="34" charset="0"/>
              <a:buChar char="•"/>
            </a:pPr>
            <a:endParaRPr lang="en-US">
              <a:highlight>
                <a:srgbClr val="FFFF00"/>
              </a:highlight>
            </a:endParaRPr>
          </a:p>
          <a:p>
            <a:pPr>
              <a:spcBef>
                <a:spcPts val="944"/>
              </a:spcBef>
            </a:pPr>
            <a:endParaRPr lang="en-GB"/>
          </a:p>
        </p:txBody>
      </p:sp>
      <p:pic>
        <p:nvPicPr>
          <p:cNvPr id="4" name="Picture 3" descr="A city with lights and a stadium&#10;&#10;AI-generated content may be incorrect.">
            <a:extLst>
              <a:ext uri="{FF2B5EF4-FFF2-40B4-BE49-F238E27FC236}">
                <a16:creationId xmlns:a16="http://schemas.microsoft.com/office/drawing/2014/main" id="{E369B80C-6B0C-F1C9-B2C7-A55963058A04}"/>
              </a:ext>
            </a:extLst>
          </p:cNvPr>
          <p:cNvPicPr>
            <a:picLocks noChangeAspect="1"/>
          </p:cNvPicPr>
          <p:nvPr/>
        </p:nvPicPr>
        <p:blipFill>
          <a:blip r:embed="rId2"/>
          <a:stretch>
            <a:fillRect/>
          </a:stretch>
        </p:blipFill>
        <p:spPr>
          <a:xfrm>
            <a:off x="7357760" y="1324303"/>
            <a:ext cx="3814106" cy="4225962"/>
          </a:xfrm>
          <a:prstGeom prst="rect">
            <a:avLst/>
          </a:prstGeom>
        </p:spPr>
      </p:pic>
    </p:spTree>
    <p:extLst>
      <p:ext uri="{BB962C8B-B14F-4D97-AF65-F5344CB8AC3E}">
        <p14:creationId xmlns:p14="http://schemas.microsoft.com/office/powerpoint/2010/main" val="1508880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EE5B-CE28-18A1-166E-224048A57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486E5-F4E8-269A-826D-50CFBE2A9B9D}"/>
              </a:ext>
            </a:extLst>
          </p:cNvPr>
          <p:cNvSpPr>
            <a:spLocks noGrp="1"/>
          </p:cNvSpPr>
          <p:nvPr>
            <p:ph type="title"/>
          </p:nvPr>
        </p:nvSpPr>
        <p:spPr/>
        <p:txBody>
          <a:bodyPr/>
          <a:lstStyle/>
          <a:p>
            <a:r>
              <a:rPr lang="en-GB">
                <a:latin typeface="Olympic Headline"/>
              </a:rPr>
              <a:t>NOC E Quota</a:t>
            </a:r>
            <a:endParaRPr lang="en-US"/>
          </a:p>
        </p:txBody>
      </p:sp>
      <p:sp>
        <p:nvSpPr>
          <p:cNvPr id="3" name="Content Placeholder 2">
            <a:extLst>
              <a:ext uri="{FF2B5EF4-FFF2-40B4-BE49-F238E27FC236}">
                <a16:creationId xmlns:a16="http://schemas.microsoft.com/office/drawing/2014/main" id="{374956A0-B2DB-41B7-51D8-4219991BB446}"/>
              </a:ext>
            </a:extLst>
          </p:cNvPr>
          <p:cNvSpPr>
            <a:spLocks noGrp="1"/>
          </p:cNvSpPr>
          <p:nvPr>
            <p:ph sz="quarter" idx="10"/>
          </p:nvPr>
        </p:nvSpPr>
        <p:spPr>
          <a:xfrm>
            <a:off x="313699" y="1650340"/>
            <a:ext cx="10674330" cy="3836060"/>
          </a:xfrm>
        </p:spPr>
        <p:txBody>
          <a:bodyPr vert="horz" wrap="square" lIns="0" tIns="0" rIns="0" bIns="0" rtlCol="0" anchor="t">
            <a:noAutofit/>
          </a:bodyPr>
          <a:lstStyle/>
          <a:p>
            <a:pPr marL="342900" indent="-342900">
              <a:buFont typeface="Arial,Sans-Serif" panose="020B0604020202020204" pitchFamily="34" charset="0"/>
              <a:buChar char="•"/>
            </a:pPr>
            <a:r>
              <a:rPr lang="en-GB" sz="2200">
                <a:solidFill>
                  <a:srgbClr val="000000"/>
                </a:solidFill>
                <a:latin typeface="Olympic Sans"/>
              </a:rPr>
              <a:t>The NOC E quota has steadily increased with every edition of the Games.</a:t>
            </a:r>
            <a:endParaRPr lang="en-US" sz="2200"/>
          </a:p>
          <a:p>
            <a:pPr marL="342900" indent="-342900">
              <a:spcBef>
                <a:spcPts val="944"/>
              </a:spcBef>
              <a:buFont typeface="Arial,Sans-Serif" panose="020B0604020202020204" pitchFamily="34" charset="0"/>
              <a:buChar char="•"/>
            </a:pPr>
            <a:r>
              <a:rPr lang="en-GB" sz="2200">
                <a:solidFill>
                  <a:srgbClr val="000000"/>
                </a:solidFill>
                <a:latin typeface="Olympic Sans"/>
              </a:rPr>
              <a:t>Moving forward, the quota will be calculated exclusively using a fixed formula based on the number of athletes and sports per NOC.</a:t>
            </a:r>
            <a:endParaRPr lang="en-US" sz="2200"/>
          </a:p>
          <a:p>
            <a:pPr marL="342900" indent="-342900">
              <a:spcBef>
                <a:spcPts val="944"/>
              </a:spcBef>
              <a:buFont typeface="Arial,Sans-Serif" panose="020B0604020202020204" pitchFamily="34" charset="0"/>
              <a:buChar char="•"/>
            </a:pPr>
            <a:r>
              <a:rPr lang="en-GB" sz="2200">
                <a:latin typeface="Olympic Sans"/>
              </a:rPr>
              <a:t>Quota established in cooperation with IOC NOC Relations. </a:t>
            </a:r>
            <a:endParaRPr lang="en-US" sz="2200"/>
          </a:p>
          <a:p>
            <a:pPr marL="342900" indent="-342900">
              <a:spcBef>
                <a:spcPts val="944"/>
              </a:spcBef>
              <a:buFont typeface="Arial,Sans-Serif" panose="020B0604020202020204" pitchFamily="34" charset="0"/>
              <a:buChar char="•"/>
            </a:pPr>
            <a:r>
              <a:rPr lang="en-GB" sz="2200">
                <a:solidFill>
                  <a:srgbClr val="000000"/>
                </a:solidFill>
                <a:latin typeface="Olympic Sans"/>
              </a:rPr>
              <a:t>For example, an NOC participating in a single sport will be allocated one sport-specific NOC E only.</a:t>
            </a:r>
          </a:p>
          <a:p>
            <a:pPr marL="342900" indent="-342900">
              <a:spcBef>
                <a:spcPts val="944"/>
              </a:spcBef>
              <a:buFont typeface="Arial,Sans-Serif" panose="020B0604020202020204" pitchFamily="34" charset="0"/>
              <a:buChar char="•"/>
            </a:pPr>
            <a:r>
              <a:rPr lang="en-GB" sz="2200">
                <a:solidFill>
                  <a:srgbClr val="000000"/>
                </a:solidFill>
                <a:latin typeface="Olympic Sans"/>
              </a:rPr>
              <a:t>Although the number</a:t>
            </a:r>
            <a:r>
              <a:rPr lang="en-GB" sz="2200">
                <a:solidFill>
                  <a:srgbClr val="000000"/>
                </a:solidFill>
                <a:effectLst/>
                <a:latin typeface="Olympic Sans"/>
              </a:rPr>
              <a:t> of NOC E </a:t>
            </a:r>
            <a:r>
              <a:rPr lang="en-GB" sz="2200">
                <a:solidFill>
                  <a:srgbClr val="000000"/>
                </a:solidFill>
                <a:latin typeface="Olympic Sans"/>
              </a:rPr>
              <a:t>quotas will</a:t>
            </a:r>
            <a:r>
              <a:rPr lang="en-GB" sz="2200">
                <a:solidFill>
                  <a:srgbClr val="000000"/>
                </a:solidFill>
                <a:effectLst/>
                <a:latin typeface="Olympic Sans"/>
              </a:rPr>
              <a:t> </a:t>
            </a:r>
            <a:r>
              <a:rPr lang="en-GB" sz="2200">
                <a:solidFill>
                  <a:srgbClr val="000000"/>
                </a:solidFill>
                <a:latin typeface="Olympic Sans"/>
              </a:rPr>
              <a:t>decrease for</a:t>
            </a:r>
            <a:r>
              <a:rPr lang="en-GB" sz="2200">
                <a:solidFill>
                  <a:srgbClr val="000000"/>
                </a:solidFill>
                <a:effectLst/>
                <a:latin typeface="Olympic Sans"/>
              </a:rPr>
              <a:t> larger NOCs, these quotas will become transferable.</a:t>
            </a:r>
            <a:endParaRPr lang="en-GB" sz="2200">
              <a:latin typeface="Olympic Sans"/>
            </a:endParaRPr>
          </a:p>
        </p:txBody>
      </p:sp>
    </p:spTree>
    <p:extLst>
      <p:ext uri="{BB962C8B-B14F-4D97-AF65-F5344CB8AC3E}">
        <p14:creationId xmlns:p14="http://schemas.microsoft.com/office/powerpoint/2010/main" val="1663915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6B2F-2A91-0C4C-BD53-0C0E40AB8C44}"/>
              </a:ext>
            </a:extLst>
          </p:cNvPr>
          <p:cNvSpPr>
            <a:spLocks noGrp="1"/>
          </p:cNvSpPr>
          <p:nvPr>
            <p:ph type="title"/>
          </p:nvPr>
        </p:nvSpPr>
        <p:spPr>
          <a:xfrm>
            <a:off x="3982705" y="218633"/>
            <a:ext cx="6761495" cy="2195955"/>
          </a:xfrm>
        </p:spPr>
        <p:txBody>
          <a:bodyPr/>
          <a:lstStyle/>
          <a:p>
            <a:r>
              <a:rPr lang="en-GB">
                <a:latin typeface="Olympic Headline"/>
              </a:rPr>
              <a:t>Thank you. </a:t>
            </a:r>
            <a:br>
              <a:rPr lang="en-GB">
                <a:latin typeface="Olympic Headline"/>
              </a:rPr>
            </a:br>
            <a:r>
              <a:rPr lang="en-GB">
                <a:latin typeface="Olympic Headline"/>
              </a:rPr>
              <a:t>QUESTIONS?</a:t>
            </a:r>
            <a:endParaRPr lang="en-GB"/>
          </a:p>
        </p:txBody>
      </p:sp>
    </p:spTree>
    <p:extLst>
      <p:ext uri="{BB962C8B-B14F-4D97-AF65-F5344CB8AC3E}">
        <p14:creationId xmlns:p14="http://schemas.microsoft.com/office/powerpoint/2010/main" val="2862966106"/>
      </p:ext>
    </p:extLst>
  </p:cSld>
  <p:clrMapOvr>
    <a:masterClrMapping/>
  </p:clrMapOvr>
</p:sld>
</file>

<file path=ppt/theme/theme1.xml><?xml version="1.0" encoding="utf-8"?>
<a:theme xmlns:a="http://schemas.openxmlformats.org/drawingml/2006/main" name="Cover">
  <a:themeElements>
    <a:clrScheme name="Custom 37">
      <a:dk1>
        <a:srgbClr val="000000"/>
      </a:dk1>
      <a:lt1>
        <a:srgbClr val="FFFFFF"/>
      </a:lt1>
      <a:dk2>
        <a:srgbClr val="000000"/>
      </a:dk2>
      <a:lt2>
        <a:srgbClr val="FFFFFF"/>
      </a:lt2>
      <a:accent1>
        <a:srgbClr val="FFB114"/>
      </a:accent1>
      <a:accent2>
        <a:srgbClr val="00A651"/>
      </a:accent2>
      <a:accent3>
        <a:srgbClr val="F0282D"/>
      </a:accent3>
      <a:accent4>
        <a:srgbClr val="0078D0"/>
      </a:accent4>
      <a:accent5>
        <a:srgbClr val="000000"/>
      </a:accent5>
      <a:accent6>
        <a:srgbClr val="000000"/>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EAFC9CBA-7812-4BDD-9E00-6685D88D0D70}"/>
    </a:ext>
  </a:extLst>
</a:theme>
</file>

<file path=ppt/theme/theme2.xml><?xml version="1.0" encoding="utf-8"?>
<a:theme xmlns:a="http://schemas.openxmlformats.org/drawingml/2006/main" name="Content">
  <a:themeElements>
    <a:clrScheme name="Custom 38">
      <a:dk1>
        <a:srgbClr val="000000"/>
      </a:dk1>
      <a:lt1>
        <a:srgbClr val="FFFFFF"/>
      </a:lt1>
      <a:dk2>
        <a:srgbClr val="000000"/>
      </a:dk2>
      <a:lt2>
        <a:srgbClr val="FFFFFF"/>
      </a:lt2>
      <a:accent1>
        <a:srgbClr val="FFB114"/>
      </a:accent1>
      <a:accent2>
        <a:srgbClr val="00A651"/>
      </a:accent2>
      <a:accent3>
        <a:srgbClr val="F0282D"/>
      </a:accent3>
      <a:accent4>
        <a:srgbClr val="0078D0"/>
      </a:accent4>
      <a:accent5>
        <a:srgbClr val="000000"/>
      </a:accent5>
      <a:accent6>
        <a:srgbClr val="000000"/>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362F73BF-7CE4-434F-BD86-FD5262E623F3}"/>
    </a:ext>
  </a:extLst>
</a:theme>
</file>

<file path=ppt/theme/theme3.xml><?xml version="1.0" encoding="utf-8"?>
<a:theme xmlns:a="http://schemas.openxmlformats.org/drawingml/2006/main" name="Transition">
  <a:themeElements>
    <a:clrScheme name="Custom 39">
      <a:dk1>
        <a:srgbClr val="000000"/>
      </a:dk1>
      <a:lt1>
        <a:srgbClr val="FFFFFF"/>
      </a:lt1>
      <a:dk2>
        <a:srgbClr val="000000"/>
      </a:dk2>
      <a:lt2>
        <a:srgbClr val="FFFFFF"/>
      </a:lt2>
      <a:accent1>
        <a:srgbClr val="FFB114"/>
      </a:accent1>
      <a:accent2>
        <a:srgbClr val="00A651"/>
      </a:accent2>
      <a:accent3>
        <a:srgbClr val="F0282D"/>
      </a:accent3>
      <a:accent4>
        <a:srgbClr val="0078D0"/>
      </a:accent4>
      <a:accent5>
        <a:srgbClr val="000000"/>
      </a:accent5>
      <a:accent6>
        <a:srgbClr val="000000"/>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F5F28D49-B897-4F49-8A90-DF31AD1FB226}"/>
    </a:ext>
  </a:extLst>
</a:theme>
</file>

<file path=ppt/theme/theme4.xml><?xml version="1.0" encoding="utf-8"?>
<a:theme xmlns:a="http://schemas.openxmlformats.org/drawingml/2006/main" name="Closing">
  <a:themeElements>
    <a:clrScheme name="Custom 40">
      <a:dk1>
        <a:srgbClr val="000000"/>
      </a:dk1>
      <a:lt1>
        <a:srgbClr val="FFFFFF"/>
      </a:lt1>
      <a:dk2>
        <a:srgbClr val="000000"/>
      </a:dk2>
      <a:lt2>
        <a:srgbClr val="FFFFFF"/>
      </a:lt2>
      <a:accent1>
        <a:srgbClr val="FFB114"/>
      </a:accent1>
      <a:accent2>
        <a:srgbClr val="00A651"/>
      </a:accent2>
      <a:accent3>
        <a:srgbClr val="F0282D"/>
      </a:accent3>
      <a:accent4>
        <a:srgbClr val="0078D0"/>
      </a:accent4>
      <a:accent5>
        <a:srgbClr val="000000"/>
      </a:accent5>
      <a:accent6>
        <a:srgbClr val="000000"/>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BB7AFC0B-9487-4109-A6C0-ECC971BB22B6}"/>
    </a:ext>
  </a:extLst>
</a:theme>
</file>

<file path=ppt/theme/theme5.xml><?xml version="1.0" encoding="utf-8"?>
<a:theme xmlns:a="http://schemas.openxmlformats.org/drawingml/2006/main" name="Chart + SmartArt blue">
  <a:themeElements>
    <a:clrScheme name="Olympic Blue Extended">
      <a:dk1>
        <a:srgbClr val="000000"/>
      </a:dk1>
      <a:lt1>
        <a:srgbClr val="FFFFFF"/>
      </a:lt1>
      <a:dk2>
        <a:srgbClr val="000000"/>
      </a:dk2>
      <a:lt2>
        <a:srgbClr val="FFFFFF"/>
      </a:lt2>
      <a:accent1>
        <a:srgbClr val="00287F"/>
      </a:accent1>
      <a:accent2>
        <a:srgbClr val="0049AA"/>
      </a:accent2>
      <a:accent3>
        <a:srgbClr val="0078D0"/>
      </a:accent3>
      <a:accent4>
        <a:srgbClr val="00B4EB"/>
      </a:accent4>
      <a:accent5>
        <a:srgbClr val="5ED6FF"/>
      </a:accent5>
      <a:accent6>
        <a:srgbClr val="ABEBFF"/>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9B08FF15-4F34-47FC-871E-14291A82BB56}"/>
    </a:ext>
  </a:extLst>
</a:theme>
</file>

<file path=ppt/theme/theme6.xml><?xml version="1.0" encoding="utf-8"?>
<a:theme xmlns:a="http://schemas.openxmlformats.org/drawingml/2006/main" name="Chart + SmartArt yellow">
  <a:themeElements>
    <a:clrScheme name="Olympic Yellow Extended">
      <a:dk1>
        <a:srgbClr val="000000"/>
      </a:dk1>
      <a:lt1>
        <a:srgbClr val="FFFFFF"/>
      </a:lt1>
      <a:dk2>
        <a:srgbClr val="000000"/>
      </a:dk2>
      <a:lt2>
        <a:srgbClr val="FFFFFF"/>
      </a:lt2>
      <a:accent1>
        <a:srgbClr val="E67324"/>
      </a:accent1>
      <a:accent2>
        <a:srgbClr val="FA841E"/>
      </a:accent2>
      <a:accent3>
        <a:srgbClr val="FFB114"/>
      </a:accent3>
      <a:accent4>
        <a:srgbClr val="FFCE19"/>
      </a:accent4>
      <a:accent5>
        <a:srgbClr val="FFE045"/>
      </a:accent5>
      <a:accent6>
        <a:srgbClr val="FFF08C"/>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9112F2CE-8C3C-4746-9BAC-39FA912FBF96}"/>
    </a:ext>
  </a:extLst>
</a:theme>
</file>

<file path=ppt/theme/theme7.xml><?xml version="1.0" encoding="utf-8"?>
<a:theme xmlns:a="http://schemas.openxmlformats.org/drawingml/2006/main" name="Chart + SmartArt black">
  <a:themeElements>
    <a:clrScheme name="Olympic Black Extended">
      <a:dk1>
        <a:srgbClr val="000000"/>
      </a:dk1>
      <a:lt1>
        <a:srgbClr val="FFFFFF"/>
      </a:lt1>
      <a:dk2>
        <a:srgbClr val="000000"/>
      </a:dk2>
      <a:lt2>
        <a:srgbClr val="FFFFFF"/>
      </a:lt2>
      <a:accent1>
        <a:srgbClr val="000000"/>
      </a:accent1>
      <a:accent2>
        <a:srgbClr val="2E2E2E"/>
      </a:accent2>
      <a:accent3>
        <a:srgbClr val="5A5A5A"/>
      </a:accent3>
      <a:accent4>
        <a:srgbClr val="969696"/>
      </a:accent4>
      <a:accent5>
        <a:srgbClr val="B4B4B4"/>
      </a:accent5>
      <a:accent6>
        <a:srgbClr val="E5E5E5"/>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8C73D59C-A99B-4C53-992D-5E5209FB0B6D}"/>
    </a:ext>
  </a:extLst>
</a:theme>
</file>

<file path=ppt/theme/theme8.xml><?xml version="1.0" encoding="utf-8"?>
<a:theme xmlns:a="http://schemas.openxmlformats.org/drawingml/2006/main" name="Chart + SmartArt green">
  <a:themeElements>
    <a:clrScheme name="Olympic Green Extended">
      <a:dk1>
        <a:srgbClr val="000000"/>
      </a:dk1>
      <a:lt1>
        <a:srgbClr val="FFFFFF"/>
      </a:lt1>
      <a:dk2>
        <a:srgbClr val="000000"/>
      </a:dk2>
      <a:lt2>
        <a:srgbClr val="FFFFFF"/>
      </a:lt2>
      <a:accent1>
        <a:srgbClr val="005A46"/>
      </a:accent1>
      <a:accent2>
        <a:srgbClr val="00804D"/>
      </a:accent2>
      <a:accent3>
        <a:srgbClr val="00A651"/>
      </a:accent3>
      <a:accent4>
        <a:srgbClr val="00CB50"/>
      </a:accent4>
      <a:accent5>
        <a:srgbClr val="6BDB83"/>
      </a:accent5>
      <a:accent6>
        <a:srgbClr val="AAE8B8"/>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A0496C1A-8F56-46AA-9183-2F52E9845BF8}"/>
    </a:ext>
  </a:extLst>
</a:theme>
</file>

<file path=ppt/theme/theme9.xml><?xml version="1.0" encoding="utf-8"?>
<a:theme xmlns:a="http://schemas.openxmlformats.org/drawingml/2006/main" name="Chart + SmartArt red">
  <a:themeElements>
    <a:clrScheme name="Olympic Red Extended">
      <a:dk1>
        <a:srgbClr val="000000"/>
      </a:dk1>
      <a:lt1>
        <a:srgbClr val="FFFFFF"/>
      </a:lt1>
      <a:dk2>
        <a:srgbClr val="000000"/>
      </a:dk2>
      <a:lt2>
        <a:srgbClr val="FFFFFF"/>
      </a:lt2>
      <a:accent1>
        <a:srgbClr val="980F30"/>
      </a:accent1>
      <a:accent2>
        <a:srgbClr val="BF192B"/>
      </a:accent2>
      <a:accent3>
        <a:srgbClr val="F0282D"/>
      </a:accent3>
      <a:accent4>
        <a:srgbClr val="FF555F"/>
      </a:accent4>
      <a:accent5>
        <a:srgbClr val="FF9196"/>
      </a:accent5>
      <a:accent6>
        <a:srgbClr val="FFC7C9"/>
      </a:accent6>
      <a:hlink>
        <a:srgbClr val="0078D0"/>
      </a:hlink>
      <a:folHlink>
        <a:srgbClr val="F0282D"/>
      </a:folHlink>
    </a:clrScheme>
    <a:fontScheme name="Custom 1">
      <a:majorFont>
        <a:latin typeface="Olympic Headline"/>
        <a:ea typeface=""/>
        <a:cs typeface=""/>
      </a:majorFont>
      <a:minorFont>
        <a:latin typeface="Olymp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OC-presentation" id="{46E9C62B-29EC-429E-9B18-B6F82CA823B2}" vid="{5EC04240-C6B3-40DE-8D14-77EBE8FA085E}"/>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36b0e90b-1fc7-45fe-9816-1ef9916743d3">XZTCK4RTY6UU-358213995-1891</_dlc_DocId>
    <TaxCatchAll xmlns="36502a21-1f9b-4e18-a96f-c8b1ad8c4d1f">
      <Value>2</Value>
      <Value>1</Value>
    </TaxCatchAll>
    <lc38dca53d8f43fdaf859a24ffc66474 xmlns="36b0e90b-1fc7-45fe-9816-1ef9916743d3">
      <Terms xmlns="http://schemas.microsoft.com/office/infopath/2007/PartnerControls">
        <TermInfo xmlns="http://schemas.microsoft.com/office/infopath/2007/PartnerControls">
          <TermName xmlns="http://schemas.microsoft.com/office/infopath/2007/PartnerControls">Unclassified</TermName>
          <TermId xmlns="http://schemas.microsoft.com/office/infopath/2007/PartnerControls">18a81dcd-8cb0-42a4-94cd-12efe167e100</TermId>
        </TermInfo>
      </Terms>
    </lc38dca53d8f43fdaf859a24ffc66474>
    <IsReference xmlns="36b0e90b-1fc7-45fe-9816-1ef9916743d3">false</IsReference>
    <TOKDocuments xmlns="36b0e90b-1fc7-45fe-9816-1ef9916743d3">false</TOKDocuments>
    <_dlc_DocIdUrl xmlns="36b0e90b-1fc7-45fe-9816-1ef9916743d3">
      <Url>https://ioccp.sharepoint.com/sites/iocservices/DocTemplates/_layouts/15/DocIdRedir.aspx?ID=XZTCK4RTY6UU-358213995-1891</Url>
      <Description>XZTCK4RTY6UU-358213995-1891</Description>
    </_dlc_DocIdUrl>
    <fa19e2d62ffa4da38eb24f58b27b7929 xmlns="36b0e90b-1fc7-45fe-9816-1ef9916743d3">
      <Terms xmlns="http://schemas.microsoft.com/office/infopath/2007/PartnerControls"/>
    </fa19e2d62ffa4da38eb24f58b27b7929>
    <DocumentOwner xmlns="36b0e90b-1fc7-45fe-9816-1ef9916743d3">
      <UserInfo>
        <DisplayName/>
        <AccountId xsi:nil="true"/>
        <AccountType/>
      </UserInfo>
    </DocumentOwner>
    <RoutingRuleDescription xmlns="http://schemas.microsoft.com/sharepoint/v3" xsi:nil="true"/>
    <DocumentAuthor xmlns="36b0e90b-1fc7-45fe-9816-1ef9916743d3">
      <UserInfo>
        <DisplayName/>
        <AccountId xsi:nil="true"/>
        <AccountType/>
      </UserInfo>
    </DocumentAuthor>
    <oe57aba6917440009a7ed77d13008664 xmlns="36b0e90b-1fc7-45fe-9816-1ef9916743d3">
      <Terms xmlns="http://schemas.microsoft.com/office/infopath/2007/PartnerControls"/>
    </oe57aba6917440009a7ed77d13008664>
    <d90b0d66d33149f783d23070634c0f9e xmlns="36b0e90b-1fc7-45fe-9816-1ef9916743d3">
      <Terms xmlns="http://schemas.microsoft.com/office/infopath/2007/PartnerControls"/>
    </d90b0d66d33149f783d23070634c0f9e>
    <o450d23418274d87a3a8cd3e5e8d1ac7 xmlns="142e1fd2-efd1-43ad-84af-2cf69743adb6">
      <Terms xmlns="http://schemas.microsoft.com/office/infopath/2007/PartnerControls"/>
    </o450d23418274d87a3a8cd3e5e8d1ac7>
    <je9bb4d34e5c4357b53b32f14646507f xmlns="142e1fd2-efd1-43ad-84af-2cf69743adb6">
      <Terms xmlns="http://schemas.microsoft.com/office/infopath/2007/PartnerControls"/>
    </je9bb4d34e5c4357b53b32f14646507f>
    <EVBRelevant xmlns="36b0e90b-1fc7-45fe-9816-1ef9916743d3">false</EVBRelevant>
    <lcf76f155ced4ddcb4097134ff3c332f xmlns="3139b9cd-5809-407d-8535-e4a114cba129">
      <Terms xmlns="http://schemas.microsoft.com/office/infopath/2007/PartnerControls"/>
    </lcf76f155ced4ddcb4097134ff3c332f>
    <ea797ee1d6374550b75b128ecb714c1d xmlns="142e1fd2-efd1-43ad-84af-2cf69743adb6">
      <Terms xmlns="http://schemas.microsoft.com/office/infopath/2007/PartnerControls">
        <TermInfo xmlns="http://schemas.microsoft.com/office/infopath/2007/PartnerControls">
          <TermName xmlns="http://schemas.microsoft.com/office/infopath/2007/PartnerControls">PRS - Press Operations</TermName>
          <TermId xmlns="http://schemas.microsoft.com/office/infopath/2007/PartnerControls">673272ea-063e-4cdc-bb33-e1e61cbf07da</TermId>
        </TermInfo>
      </Terms>
    </ea797ee1d6374550b75b128ecb714c1d>
    <h4e0e770238f4fe589d2959a9a7bbbd1 xmlns="142e1fd2-efd1-43ad-84af-2cf69743adb6">
      <Terms xmlns="http://schemas.microsoft.com/office/infopath/2007/PartnerControls"/>
    </h4e0e770238f4fe589d2959a9a7bbbd1>
    <md073c12628c4eb5809404c4232de9f7 xmlns="a22ca469-2130-4ee3-bd49-f6b0eb7cb157">
      <Terms xmlns="http://schemas.microsoft.com/office/infopath/2007/PartnerControls"/>
    </md073c12628c4eb5809404c4232de9f7>
  </documentManagement>
</p:properties>
</file>

<file path=customXml/item2.xml><?xml version="1.0" encoding="utf-8"?>
<?mso-contentType ?>
<spe:Receivers xmlns:spe="http://schemas.microsoft.com/sharepoint/events"/>
</file>

<file path=customXml/item3.xml><?xml version="1.0" encoding="utf-8"?>
<?mso-contentType ?>
<SharedContentType xmlns="Microsoft.SharePoint.Taxonomy.ContentTypeSync" SourceId="300c17db-ee3c-4595-b84e-eadc36ff3bab" ContentTypeId="0x0101000C00E07F16F5594B88339288BA540422000EE7DE6856423F4093CBD5A382708B9F"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OG Document" ma:contentTypeID="0x0101000C00E07F16F5594B88339288BA540422000EE7DE6856423F4093CBD5A382708B9F00B5721ACF519B564CB2506D0047DDBA45" ma:contentTypeVersion="70" ma:contentTypeDescription="" ma:contentTypeScope="" ma:versionID="afbdfc5105066a98c733c37a2c7c68b7">
  <xsd:schema xmlns:xsd="http://www.w3.org/2001/XMLSchema" xmlns:xs="http://www.w3.org/2001/XMLSchema" xmlns:p="http://schemas.microsoft.com/office/2006/metadata/properties" xmlns:ns1="http://schemas.microsoft.com/sharepoint/v3" xmlns:ns2="36502a21-1f9b-4e18-a96f-c8b1ad8c4d1f" xmlns:ns3="36b0e90b-1fc7-45fe-9816-1ef9916743d3" xmlns:ns4="142e1fd2-efd1-43ad-84af-2cf69743adb6" xmlns:ns5="a22ca469-2130-4ee3-bd49-f6b0eb7cb157" xmlns:ns6="3139b9cd-5809-407d-8535-e4a114cba129" xmlns:ns7="84c97af7-c998-4d6a-9e59-b9fbe9b697bd" targetNamespace="http://schemas.microsoft.com/office/2006/metadata/properties" ma:root="true" ma:fieldsID="74c70e3932556daee42b30d6b64f3f3c" ns1:_="" ns2:_="" ns3:_="" ns4:_="" ns5:_="" ns6:_="" ns7:_="">
    <xsd:import namespace="http://schemas.microsoft.com/sharepoint/v3"/>
    <xsd:import namespace="36502a21-1f9b-4e18-a96f-c8b1ad8c4d1f"/>
    <xsd:import namespace="36b0e90b-1fc7-45fe-9816-1ef9916743d3"/>
    <xsd:import namespace="142e1fd2-efd1-43ad-84af-2cf69743adb6"/>
    <xsd:import namespace="a22ca469-2130-4ee3-bd49-f6b0eb7cb157"/>
    <xsd:import namespace="3139b9cd-5809-407d-8535-e4a114cba129"/>
    <xsd:import namespace="84c97af7-c998-4d6a-9e59-b9fbe9b697bd"/>
    <xsd:element name="properties">
      <xsd:complexType>
        <xsd:sequence>
          <xsd:element name="documentManagement">
            <xsd:complexType>
              <xsd:all>
                <xsd:element ref="ns1:RoutingRuleDescription" minOccurs="0"/>
                <xsd:element ref="ns3:DocumentAuthor" minOccurs="0"/>
                <xsd:element ref="ns3:DocumentOwner" minOccurs="0"/>
                <xsd:element ref="ns3:IsReference" minOccurs="0"/>
                <xsd:element ref="ns3:TOKDocuments" minOccurs="0"/>
                <xsd:element ref="ns3:oe57aba6917440009a7ed77d13008664" minOccurs="0"/>
                <xsd:element ref="ns2:TaxCatchAll" minOccurs="0"/>
                <xsd:element ref="ns2:TaxCatchAllLabel" minOccurs="0"/>
                <xsd:element ref="ns3:lc38dca53d8f43fdaf859a24ffc66474" minOccurs="0"/>
                <xsd:element ref="ns3:fa19e2d62ffa4da38eb24f58b27b7929" minOccurs="0"/>
                <xsd:element ref="ns3:d90b0d66d33149f783d23070634c0f9e" minOccurs="0"/>
                <xsd:element ref="ns3:_dlc_DocId" minOccurs="0"/>
                <xsd:element ref="ns3:_dlc_DocIdUrl" minOccurs="0"/>
                <xsd:element ref="ns3:_dlc_DocIdPersistId" minOccurs="0"/>
                <xsd:element ref="ns4:o450d23418274d87a3a8cd3e5e8d1ac7" minOccurs="0"/>
                <xsd:element ref="ns4:h4e0e770238f4fe589d2959a9a7bbbd1" minOccurs="0"/>
                <xsd:element ref="ns4:ea797ee1d6374550b75b128ecb714c1d" minOccurs="0"/>
                <xsd:element ref="ns4:je9bb4d34e5c4357b53b32f14646507f" minOccurs="0"/>
                <xsd:element ref="ns5:md073c12628c4eb5809404c4232de9f7" minOccurs="0"/>
                <xsd:element ref="ns3:EVBRelevant" minOccurs="0"/>
                <xsd:element ref="ns6:MediaServiceFastMetadata" minOccurs="0"/>
                <xsd:element ref="ns7:SharedWithUsers" minOccurs="0"/>
                <xsd:element ref="ns7:SharedWithDetails" minOccurs="0"/>
                <xsd:element ref="ns6:MediaServiceMetadata" minOccurs="0"/>
                <xsd:element ref="ns6:MediaServiceDateTaken" minOccurs="0"/>
                <xsd:element ref="ns6:MediaLengthInSeconds" minOccurs="0"/>
                <xsd:element ref="ns6:MediaServiceObjectDetectorVersions" minOccurs="0"/>
                <xsd:element ref="ns6:MediaServiceSearchProperties" minOccurs="0"/>
                <xsd:element ref="ns6:MediaServiceGenerationTime" minOccurs="0"/>
                <xsd:element ref="ns6:MediaServiceEventHashCode" minOccurs="0"/>
                <xsd:element ref="ns6:MediaServiceBillingMetadata" minOccurs="0"/>
                <xsd:element ref="ns6: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6502a21-1f9b-4e18-a96f-c8b1ad8c4d1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aa3cb313-a965-487f-adec-65ac86cfe2c8}" ma:internalName="TaxCatchAll" ma:showField="CatchAllData" ma:web="84c97af7-c998-4d6a-9e59-b9fbe9b697bd">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aa3cb313-a965-487f-adec-65ac86cfe2c8}" ma:internalName="TaxCatchAllLabel" ma:readOnly="true" ma:showField="CatchAllDataLabel" ma:web="84c97af7-c998-4d6a-9e59-b9fbe9b697b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b0e90b-1fc7-45fe-9816-1ef9916743d3" elementFormDefault="qualified">
    <xsd:import namespace="http://schemas.microsoft.com/office/2006/documentManagement/types"/>
    <xsd:import namespace="http://schemas.microsoft.com/office/infopath/2007/PartnerControls"/>
    <xsd:element name="DocumentAuthor" ma:index="6" nillable="true" ma:displayName="Document Author" ma:description="Indicates the author of the content." ma:SharePointGroup="0" ma:internalName="Document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Owner" ma:index="7" nillable="true" ma:displayName="Document Owner" ma:description="Indicates the person responsible for the content." ma:SharePointGroup="0" ma:internalName="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sReference" ma:index="9" nillable="true" ma:displayName="Reference Document" ma:default="0" ma:description="Used to identify and promote content  as reference information" ma:internalName="IsReference">
      <xsd:simpleType>
        <xsd:restriction base="dms:Boolean"/>
      </xsd:simpleType>
    </xsd:element>
    <xsd:element name="TOKDocuments" ma:index="10" nillable="true" ma:displayName="TOK Document" ma:default="0" ma:description="Helps identify relevant content for the transfer of knowledge." ma:internalName="TOKDocuments">
      <xsd:simpleType>
        <xsd:restriction base="dms:Boolean"/>
      </xsd:simpleType>
    </xsd:element>
    <xsd:element name="oe57aba6917440009a7ed77d13008664" ma:index="11" nillable="true" ma:taxonomy="true" ma:internalName="oe57aba6917440009a7ed77d13008664" ma:taxonomyFieldName="InformationType" ma:displayName="Information Type" ma:default="" ma:fieldId="{8e57aba6-9174-4000-9a7e-d77d13008664}" ma:sspId="300c17db-ee3c-4595-b84e-eadc36ff3bab" ma:termSetId="20798a30-a553-48dc-b935-a6d557f99a16" ma:anchorId="00000000-0000-0000-0000-000000000000" ma:open="false" ma:isKeyword="false">
      <xsd:complexType>
        <xsd:sequence>
          <xsd:element ref="pc:Terms" minOccurs="0" maxOccurs="1"/>
        </xsd:sequence>
      </xsd:complexType>
    </xsd:element>
    <xsd:element name="lc38dca53d8f43fdaf859a24ffc66474" ma:index="17" nillable="true" ma:taxonomy="true" ma:internalName="lc38dca53d8f43fdaf859a24ffc66474" ma:taxonomyFieldName="InformationClassification" ma:displayName="Information Classification" ma:readOnly="false" ma:default="1;#Unclassified|18a81dcd-8cb0-42a4-94cd-12efe167e100" ma:fieldId="{5c38dca5-3d8f-43fd-af85-9a24ffc66474}" ma:sspId="300c17db-ee3c-4595-b84e-eadc36ff3bab" ma:termSetId="a755913a-f000-444d-8fef-99d16f80edf6" ma:anchorId="00000000-0000-0000-0000-000000000000" ma:open="false" ma:isKeyword="false">
      <xsd:complexType>
        <xsd:sequence>
          <xsd:element ref="pc:Terms" minOccurs="0" maxOccurs="1"/>
        </xsd:sequence>
      </xsd:complexType>
    </xsd:element>
    <xsd:element name="fa19e2d62ffa4da38eb24f58b27b7929" ma:index="19" nillable="true" ma:taxonomy="true" ma:internalName="fa19e2d62ffa4da38eb24f58b27b7929" ma:taxonomyFieldName="BusinessFunctions" ma:displayName="Business Function" ma:default="" ma:fieldId="{fa19e2d6-2ffa-4da3-8eb2-4f58b27b7929}" ma:sspId="300c17db-ee3c-4595-b84e-eadc36ff3bab" ma:termSetId="3045a9cd-dae3-48ea-b8e8-3e33aa9f2060" ma:anchorId="00000000-0000-0000-0000-000000000000" ma:open="false" ma:isKeyword="false">
      <xsd:complexType>
        <xsd:sequence>
          <xsd:element ref="pc:Terms" minOccurs="0" maxOccurs="1"/>
        </xsd:sequence>
      </xsd:complexType>
    </xsd:element>
    <xsd:element name="d90b0d66d33149f783d23070634c0f9e" ma:index="21" nillable="true" ma:taxonomy="true" ma:internalName="d90b0d66d33149f783d23070634c0f9e" ma:taxonomyFieldName="OrganisationalUnit" ma:displayName="Organisational Unit" ma:default="" ma:fieldId="{d90b0d66-d331-49f7-83d2-3070634c0f9e}" ma:sspId="300c17db-ee3c-4595-b84e-eadc36ff3bab" ma:termSetId="84a7560b-5960-4e1e-8cdf-d968eb275b81" ma:anchorId="00000000-0000-0000-0000-000000000000" ma:open="false" ma:isKeyword="false">
      <xsd:complexType>
        <xsd:sequence>
          <xsd:element ref="pc:Terms" minOccurs="0" maxOccurs="1"/>
        </xsd:sequence>
      </xsd:complexType>
    </xsd:element>
    <xsd:element name="_dlc_DocId" ma:index="23" nillable="true" ma:displayName="Document ID Value" ma:description="The value of the document ID assigned to this item." ma:internalName="_dlc_DocId" ma:readOnly="true">
      <xsd:simpleType>
        <xsd:restriction base="dms:Text"/>
      </xsd:simpleType>
    </xsd:element>
    <xsd:element name="_dlc_DocIdUrl" ma:index="24"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5" nillable="true" ma:displayName="Persist ID" ma:description="Keep ID on add." ma:hidden="true" ma:internalName="_dlc_DocIdPersistId" ma:readOnly="true">
      <xsd:simpleType>
        <xsd:restriction base="dms:Boolean"/>
      </xsd:simpleType>
    </xsd:element>
    <xsd:element name="EVBRelevant" ma:index="36" nillable="true" ma:displayName="EVB Relevant" ma:default="0" ma:internalName="EVBRelevant">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42e1fd2-efd1-43ad-84af-2cf69743adb6" elementFormDefault="qualified">
    <xsd:import namespace="http://schemas.microsoft.com/office/2006/documentManagement/types"/>
    <xsd:import namespace="http://schemas.microsoft.com/office/infopath/2007/PartnerControls"/>
    <xsd:element name="o450d23418274d87a3a8cd3e5e8d1ac7" ma:index="26" nillable="true" ma:taxonomy="true" ma:internalName="o450d23418274d87a3a8cd3e5e8d1ac7" ma:taxonomyFieldName="Games_x0020_Type" ma:displayName="Games Type" ma:default="" ma:fieldId="{8450d234-1827-4d87-a3a8-cd3e5e8d1ac7}" ma:sspId="300c17db-ee3c-4595-b84e-eadc36ff3bab" ma:termSetId="37fdce7e-747c-4d62-a0b6-6dba293c6831" ma:anchorId="00000000-0000-0000-0000-000000000000" ma:open="false" ma:isKeyword="false">
      <xsd:complexType>
        <xsd:sequence>
          <xsd:element ref="pc:Terms" minOccurs="0" maxOccurs="1"/>
        </xsd:sequence>
      </xsd:complexType>
    </xsd:element>
    <xsd:element name="h4e0e770238f4fe589d2959a9a7bbbd1" ma:index="28" nillable="true" ma:taxonomy="true" ma:internalName="h4e0e770238f4fe589d2959a9a7bbbd1" ma:taxonomyFieldName="OG_x0020_Edition" ma:displayName="Games Edition" ma:default="" ma:fieldId="{14e0e770-238f-4fe5-89d2-959a9a7bbbd1}" ma:sspId="300c17db-ee3c-4595-b84e-eadc36ff3bab" ma:termSetId="88aaeb6d-e119-48b5-900b-7352d61616ca" ma:anchorId="00000000-0000-0000-0000-000000000000" ma:open="false" ma:isKeyword="false">
      <xsd:complexType>
        <xsd:sequence>
          <xsd:element ref="pc:Terms" minOccurs="0" maxOccurs="1"/>
        </xsd:sequence>
      </xsd:complexType>
    </xsd:element>
    <xsd:element name="ea797ee1d6374550b75b128ecb714c1d" ma:index="30" nillable="true" ma:taxonomy="true" ma:internalName="ea797ee1d6374550b75b128ecb714c1d" ma:taxonomyFieldName="OG_x0020_Functional_x0020_Area" ma:displayName="OG Functional Area" ma:default="" ma:fieldId="{ea797ee1-d637-4550-b75b-128ecb714c1d}" ma:sspId="300c17db-ee3c-4595-b84e-eadc36ff3bab" ma:termSetId="72808699-9398-4b69-87ec-3bbf7e48a188" ma:anchorId="00000000-0000-0000-0000-000000000000" ma:open="false" ma:isKeyword="false">
      <xsd:complexType>
        <xsd:sequence>
          <xsd:element ref="pc:Terms" minOccurs="0" maxOccurs="1"/>
        </xsd:sequence>
      </xsd:complexType>
    </xsd:element>
    <xsd:element name="je9bb4d34e5c4357b53b32f14646507f" ma:index="32" nillable="true" ma:taxonomy="true" ma:internalName="je9bb4d34e5c4357b53b32f14646507f" ma:taxonomyFieldName="OG_x0020_Timeline" ma:displayName="OG Phases" ma:readOnly="false" ma:default="" ma:fieldId="{3e9bb4d3-4e5c-4357-b53b-32f14646507f}" ma:sspId="300c17db-ee3c-4595-b84e-eadc36ff3bab" ma:termSetId="b702fb59-c1f7-413c-9ba0-d02958b5f50c"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22ca469-2130-4ee3-bd49-f6b0eb7cb157" elementFormDefault="qualified">
    <xsd:import namespace="http://schemas.microsoft.com/office/2006/documentManagement/types"/>
    <xsd:import namespace="http://schemas.microsoft.com/office/infopath/2007/PartnerControls"/>
    <xsd:element name="md073c12628c4eb5809404c4232de9f7" ma:index="34" nillable="true" ma:taxonomy="true" ma:internalName="md073c12628c4eb5809404c4232de9f7" ma:taxonomyFieldName="IOC_x002F_IPC" ma:displayName="IOC/IPC" ma:default="" ma:fieldId="{6d073c12-628c-4eb5-8094-04c4232de9f7}" ma:sspId="300c17db-ee3c-4595-b84e-eadc36ff3bab" ma:termSetId="798164c5-352a-4d24-92cc-65ff81a7659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39b9cd-5809-407d-8535-e4a114cba129" elementFormDefault="qualified">
    <xsd:import namespace="http://schemas.microsoft.com/office/2006/documentManagement/types"/>
    <xsd:import namespace="http://schemas.microsoft.com/office/infopath/2007/PartnerControls"/>
    <xsd:element name="MediaServiceFastMetadata" ma:index="37" nillable="true" ma:displayName="MediaServiceFastMetadata" ma:hidden="true" ma:internalName="MediaServiceFastMetadata" ma:readOnly="true">
      <xsd:simpleType>
        <xsd:restriction base="dms:Note"/>
      </xsd:simpleType>
    </xsd:element>
    <xsd:element name="MediaServiceMetadata" ma:index="40" nillable="true" ma:displayName="MediaServiceMetadata" ma:hidden="true" ma:internalName="MediaServiceMetadata" ma:readOnly="true">
      <xsd:simpleType>
        <xsd:restriction base="dms:Note"/>
      </xsd:simpleType>
    </xsd:element>
    <xsd:element name="MediaServiceDateTaken" ma:index="41" nillable="true" ma:displayName="MediaServiceDateTaken" ma:hidden="true" ma:indexed="true" ma:internalName="MediaServiceDateTaken" ma:readOnly="true">
      <xsd:simpleType>
        <xsd:restriction base="dms:Text"/>
      </xsd:simpleType>
    </xsd:element>
    <xsd:element name="MediaLengthInSeconds" ma:index="42" nillable="true" ma:displayName="MediaLengthInSeconds" ma:hidden="true" ma:internalName="MediaLengthInSeconds" ma:readOnly="true">
      <xsd:simpleType>
        <xsd:restriction base="dms:Unknown"/>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element name="MediaServiceSearchProperties" ma:index="44" nillable="true" ma:displayName="MediaServiceSearchProperties" ma:hidden="true" ma:internalName="MediaServiceSearchProperties" ma:readOnly="true">
      <xsd:simpleType>
        <xsd:restriction base="dms:Note"/>
      </xsd:simpleType>
    </xsd:element>
    <xsd:element name="MediaServiceGenerationTime" ma:index="45" nillable="true" ma:displayName="MediaServiceGenerationTime" ma:hidden="true" ma:internalName="MediaServiceGenerationTime" ma:readOnly="true">
      <xsd:simpleType>
        <xsd:restriction base="dms:Text"/>
      </xsd:simpleType>
    </xsd:element>
    <xsd:element name="MediaServiceEventHashCode" ma:index="46" nillable="true" ma:displayName="MediaServiceEventHashCode" ma:hidden="true" ma:internalName="MediaServiceEventHashCode" ma:readOnly="true">
      <xsd:simpleType>
        <xsd:restriction base="dms:Text"/>
      </xsd:simpleType>
    </xsd:element>
    <xsd:element name="MediaServiceBillingMetadata" ma:index="47" nillable="true" ma:displayName="MediaServiceBillingMetadata" ma:hidden="true" ma:internalName="MediaServiceBillingMetadata" ma:readOnly="true">
      <xsd:simpleType>
        <xsd:restriction base="dms:Note"/>
      </xsd:simpleType>
    </xsd:element>
    <xsd:element name="lcf76f155ced4ddcb4097134ff3c332f" ma:index="49" nillable="true" ma:taxonomy="true" ma:internalName="lcf76f155ced4ddcb4097134ff3c332f" ma:taxonomyFieldName="MediaServiceImageTags" ma:displayName="Image Tags" ma:readOnly="false" ma:fieldId="{5cf76f15-5ced-4ddc-b409-7134ff3c332f}" ma:taxonomyMulti="true" ma:sspId="300c17db-ee3c-4595-b84e-eadc36ff3ba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4c97af7-c998-4d6a-9e59-b9fbe9b697bd" elementFormDefault="qualified">
    <xsd:import namespace="http://schemas.microsoft.com/office/2006/documentManagement/types"/>
    <xsd:import namespace="http://schemas.microsoft.com/office/infopath/2007/PartnerControls"/>
    <xsd:element name="SharedWithUsers" ma:index="3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14B109-5970-499F-9C76-5C1032B978A4}">
  <ds:schemaRefs>
    <ds:schemaRef ds:uri="142e1fd2-efd1-43ad-84af-2cf69743adb6"/>
    <ds:schemaRef ds:uri="3139b9cd-5809-407d-8535-e4a114cba129"/>
    <ds:schemaRef ds:uri="36502a21-1f9b-4e18-a96f-c8b1ad8c4d1f"/>
    <ds:schemaRef ds:uri="36b0e90b-1fc7-45fe-9816-1ef9916743d3"/>
    <ds:schemaRef ds:uri="84c97af7-c998-4d6a-9e59-b9fbe9b697bd"/>
    <ds:schemaRef ds:uri="a22ca469-2130-4ee3-bd49-f6b0eb7cb15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0190C3B-AF3D-4257-B393-29CAFA4B505D}">
  <ds:schemaRefs>
    <ds:schemaRef ds:uri="http://schemas.microsoft.com/sharepoint/events"/>
  </ds:schemaRefs>
</ds:datastoreItem>
</file>

<file path=customXml/itemProps3.xml><?xml version="1.0" encoding="utf-8"?>
<ds:datastoreItem xmlns:ds="http://schemas.openxmlformats.org/officeDocument/2006/customXml" ds:itemID="{E6745820-5E94-47AC-9DAF-149E5164D2AD}">
  <ds:schemaRefs>
    <ds:schemaRef ds:uri="Microsoft.SharePoint.Taxonomy.ContentTypeSync"/>
  </ds:schemaRefs>
</ds:datastoreItem>
</file>

<file path=customXml/itemProps4.xml><?xml version="1.0" encoding="utf-8"?>
<ds:datastoreItem xmlns:ds="http://schemas.openxmlformats.org/officeDocument/2006/customXml" ds:itemID="{B6A22DAF-C5F4-48DA-86AD-C03C9B8BB0F8}">
  <ds:schemaRefs>
    <ds:schemaRef ds:uri="http://schemas.microsoft.com/sharepoint/v3/contenttype/forms"/>
  </ds:schemaRefs>
</ds:datastoreItem>
</file>

<file path=customXml/itemProps5.xml><?xml version="1.0" encoding="utf-8"?>
<ds:datastoreItem xmlns:ds="http://schemas.openxmlformats.org/officeDocument/2006/customXml" ds:itemID="{B35B2DDA-7908-4DE3-B064-5BDC524FD54E}">
  <ds:schemaRefs>
    <ds:schemaRef ds:uri="142e1fd2-efd1-43ad-84af-2cf69743adb6"/>
    <ds:schemaRef ds:uri="3139b9cd-5809-407d-8535-e4a114cba129"/>
    <ds:schemaRef ds:uri="36502a21-1f9b-4e18-a96f-c8b1ad8c4d1f"/>
    <ds:schemaRef ds:uri="36b0e90b-1fc7-45fe-9816-1ef9916743d3"/>
    <ds:schemaRef ds:uri="84c97af7-c998-4d6a-9e59-b9fbe9b697bd"/>
    <ds:schemaRef ds:uri="a22ca469-2130-4ee3-bd49-f6b0eb7cb15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8e38f7-19fe-4052-9f95-09a6074a026b}" enabled="1" method="Standard" siteId="{506d4541-f9c2-40c2-a103-1aa4736de230}" contentBits="0" removed="0"/>
</clbl:labelList>
</file>

<file path=docProps/app.xml><?xml version="1.0" encoding="utf-8"?>
<Properties xmlns="http://schemas.openxmlformats.org/officeDocument/2006/extended-properties" xmlns:vt="http://schemas.openxmlformats.org/officeDocument/2006/docPropsVTypes">
  <Template>IOC-presentation</Template>
  <Application>Microsoft Office PowerPoint</Application>
  <PresentationFormat>Custom</PresentationFormat>
  <Slides>13</Slides>
  <Notes>3</Notes>
  <HiddenSlides>0</HiddenSlides>
  <ScaleCrop>false</ScaleCrop>
  <HeadingPairs>
    <vt:vector size="4" baseType="variant">
      <vt:variant>
        <vt:lpstr>Theme</vt:lpstr>
      </vt:variant>
      <vt:variant>
        <vt:i4>10</vt:i4>
      </vt:variant>
      <vt:variant>
        <vt:lpstr>Slide Titles</vt:lpstr>
      </vt:variant>
      <vt:variant>
        <vt:i4>13</vt:i4>
      </vt:variant>
    </vt:vector>
  </HeadingPairs>
  <TitlesOfParts>
    <vt:vector size="23" baseType="lpstr">
      <vt:lpstr>Cover</vt:lpstr>
      <vt:lpstr>Content</vt:lpstr>
      <vt:lpstr>Transition</vt:lpstr>
      <vt:lpstr>Closing</vt:lpstr>
      <vt:lpstr>Chart + SmartArt blue</vt:lpstr>
      <vt:lpstr>Chart + SmartArt yellow</vt:lpstr>
      <vt:lpstr>Chart + SmartArt black</vt:lpstr>
      <vt:lpstr>Chart + SmartArt green</vt:lpstr>
      <vt:lpstr>Chart + SmartArt red</vt:lpstr>
      <vt:lpstr>Office Theme</vt:lpstr>
      <vt:lpstr>PRESS ACCREDITATION LA2028</vt:lpstr>
      <vt:lpstr>General overview of press accreditation</vt:lpstr>
      <vt:lpstr>NOC Quota Distribution</vt:lpstr>
      <vt:lpstr>Press categories</vt:lpstr>
      <vt:lpstr>Press accreditation categories description</vt:lpstr>
      <vt:lpstr>General overview of press accreditation</vt:lpstr>
      <vt:lpstr>NOC E Press attaches</vt:lpstr>
      <vt:lpstr>NEW! Media Registration Platform</vt:lpstr>
      <vt:lpstr>NEW! Media Registration Platform</vt:lpstr>
      <vt:lpstr>TENTATIVE timelines</vt:lpstr>
      <vt:lpstr>Press Accreditation GUIDELINES</vt:lpstr>
      <vt:lpstr>NOC E Quota</vt:lpstr>
      <vt:lpstr>Thank you.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Emma MORRIS</dc:creator>
  <cp:keywords/>
  <dc:description/>
  <cp:revision>3</cp:revision>
  <dcterms:created xsi:type="dcterms:W3CDTF">2025-07-10T13:24:36Z</dcterms:created>
  <dcterms:modified xsi:type="dcterms:W3CDTF">2025-12-07T13:41:21Z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28e38f7-19fe-4052-9f95-09a6074a026b_Enabled">
    <vt:lpwstr>true</vt:lpwstr>
  </property>
  <property fmtid="{D5CDD505-2E9C-101B-9397-08002B2CF9AE}" pid="3" name="MSIP_Label_728e38f7-19fe-4052-9f95-09a6074a026b_SetDate">
    <vt:lpwstr>2021-02-12T13:04:13Z</vt:lpwstr>
  </property>
  <property fmtid="{D5CDD505-2E9C-101B-9397-08002B2CF9AE}" pid="4" name="MSIP_Label_728e38f7-19fe-4052-9f95-09a6074a026b_Method">
    <vt:lpwstr>Standard</vt:lpwstr>
  </property>
  <property fmtid="{D5CDD505-2E9C-101B-9397-08002B2CF9AE}" pid="5" name="MSIP_Label_728e38f7-19fe-4052-9f95-09a6074a026b_Name">
    <vt:lpwstr>728e38f7-19fe-4052-9f95-09a6074a026b</vt:lpwstr>
  </property>
  <property fmtid="{D5CDD505-2E9C-101B-9397-08002B2CF9AE}" pid="6" name="MSIP_Label_728e38f7-19fe-4052-9f95-09a6074a026b_SiteId">
    <vt:lpwstr>506d4541-f9c2-40c2-a103-1aa4736de230</vt:lpwstr>
  </property>
  <property fmtid="{D5CDD505-2E9C-101B-9397-08002B2CF9AE}" pid="7" name="MSIP_Label_728e38f7-19fe-4052-9f95-09a6074a026b_ActionId">
    <vt:lpwstr>26cbd5f6-941d-4bdc-8279-1f3f29ed4feb</vt:lpwstr>
  </property>
  <property fmtid="{D5CDD505-2E9C-101B-9397-08002B2CF9AE}" pid="8" name="MSIP_Label_728e38f7-19fe-4052-9f95-09a6074a026b_ContentBits">
    <vt:lpwstr>0</vt:lpwstr>
  </property>
  <property fmtid="{D5CDD505-2E9C-101B-9397-08002B2CF9AE}" pid="9" name="InformationClassification">
    <vt:lpwstr>1;#Unclassified|18a81dcd-8cb0-42a4-94cd-12efe167e100</vt:lpwstr>
  </property>
  <property fmtid="{D5CDD505-2E9C-101B-9397-08002B2CF9AE}" pid="10" name="ContentTypeId">
    <vt:lpwstr>0x0101000C00E07F16F5594B88339288BA540422000EE7DE6856423F4093CBD5A382708B9F00B5721ACF519B564CB2506D0047DDBA45</vt:lpwstr>
  </property>
  <property fmtid="{D5CDD505-2E9C-101B-9397-08002B2CF9AE}" pid="11" name="_dlc_DocIdItemGuid">
    <vt:lpwstr>6ed26315-a555-4323-ab31-c0ecb24edb09</vt:lpwstr>
  </property>
  <property fmtid="{D5CDD505-2E9C-101B-9397-08002B2CF9AE}" pid="12" name="InformationType">
    <vt:lpwstr/>
  </property>
  <property fmtid="{D5CDD505-2E9C-101B-9397-08002B2CF9AE}" pid="13" name="BusinessFunctions">
    <vt:lpwstr/>
  </property>
  <property fmtid="{D5CDD505-2E9C-101B-9397-08002B2CF9AE}" pid="14" name="OrganisationalUnit">
    <vt:lpwstr/>
  </property>
  <property fmtid="{D5CDD505-2E9C-101B-9397-08002B2CF9AE}" pid="15" name="MediaServiceImageTags">
    <vt:lpwstr/>
  </property>
  <property fmtid="{D5CDD505-2E9C-101B-9397-08002B2CF9AE}" pid="16" name="lcf76f155ced4ddcb4097134ff3c332f">
    <vt:lpwstr/>
  </property>
  <property fmtid="{D5CDD505-2E9C-101B-9397-08002B2CF9AE}" pid="17" name="Games_x0020_Type">
    <vt:lpwstr/>
  </property>
  <property fmtid="{D5CDD505-2E9C-101B-9397-08002B2CF9AE}" pid="18" name="Games Type">
    <vt:lpwstr/>
  </property>
  <property fmtid="{D5CDD505-2E9C-101B-9397-08002B2CF9AE}" pid="19" name="IOC/IPC">
    <vt:lpwstr/>
  </property>
  <property fmtid="{D5CDD505-2E9C-101B-9397-08002B2CF9AE}" pid="20" name="OG Functional Area">
    <vt:lpwstr>2;#PRS - Press Operations|673272ea-063e-4cdc-bb33-e1e61cbf07da</vt:lpwstr>
  </property>
  <property fmtid="{D5CDD505-2E9C-101B-9397-08002B2CF9AE}" pid="21" name="OG Timeline">
    <vt:lpwstr/>
  </property>
  <property fmtid="{D5CDD505-2E9C-101B-9397-08002B2CF9AE}" pid="22" name="IOC_x002F_IPC">
    <vt:lpwstr/>
  </property>
  <property fmtid="{D5CDD505-2E9C-101B-9397-08002B2CF9AE}" pid="23" name="OG Edition">
    <vt:lpwstr/>
  </property>
  <property fmtid="{D5CDD505-2E9C-101B-9397-08002B2CF9AE}" pid="24" name="OG_x0020_Timeline">
    <vt:lpwstr/>
  </property>
  <property fmtid="{D5CDD505-2E9C-101B-9397-08002B2CF9AE}" pid="25" name="OG_x0020_Edition">
    <vt:lpwstr/>
  </property>
  <property fmtid="{D5CDD505-2E9C-101B-9397-08002B2CF9AE}" pid="26" name="OG_x0020_Functional_x0020_Area">
    <vt:lpwstr>2;#PRS - Press Operations|673272ea-063e-4cdc-bb33-e1e61cbf07da</vt:lpwstr>
  </property>
</Properties>
</file>